
<file path=[Content_Types].xml><?xml version="1.0" encoding="utf-8"?>
<Types xmlns="http://schemas.openxmlformats.org/package/2006/content-types">
  <Override PartName="/ppt/slideLayouts/slideLayout3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1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0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9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50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metadata" ContentType="application/binary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3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72" r:id="rId2"/>
  </p:sldMasterIdLst>
  <p:notesMasterIdLst>
    <p:notesMasterId r:id="rId20"/>
  </p:notesMasterIdLst>
  <p:sldIdLst>
    <p:sldId id="256" r:id="rId3"/>
    <p:sldId id="266" r:id="rId4"/>
    <p:sldId id="267" r:id="rId5"/>
    <p:sldId id="281" r:id="rId6"/>
    <p:sldId id="282" r:id="rId7"/>
    <p:sldId id="257" r:id="rId8"/>
    <p:sldId id="283" r:id="rId9"/>
    <p:sldId id="290" r:id="rId10"/>
    <p:sldId id="284" r:id="rId11"/>
    <p:sldId id="285" r:id="rId12"/>
    <p:sldId id="286" r:id="rId13"/>
    <p:sldId id="287" r:id="rId14"/>
    <p:sldId id="288" r:id="rId15"/>
    <p:sldId id="289" r:id="rId16"/>
    <p:sldId id="273" r:id="rId17"/>
    <p:sldId id="276" r:id="rId18"/>
    <p:sldId id="265" r:id="rId19"/>
  </p:sldIdLst>
  <p:sldSz cx="9144000" cy="5143500" type="screen16x9"/>
  <p:notesSz cx="6858000" cy="9144000"/>
  <p:embeddedFontLst>
    <p:embeddedFont>
      <p:font typeface="Montserrat" pitchFamily="2" charset="0"/>
      <p:regular r:id="rId21"/>
    </p:embeddedFont>
    <p:embeddedFont>
      <p:font typeface="Calibri" pitchFamily="34" charset="0"/>
      <p:regular r:id="rId22"/>
      <p:bold r:id="rId23"/>
      <p:italic r:id="rId24"/>
      <p:boldItalic r:id="rId25"/>
    </p:embeddedFont>
    <p:embeddedFont>
      <p:font typeface="Cabin" charset="0"/>
      <p:regular r:id="rId26"/>
      <p:bold r:id="rId27"/>
      <p:italic r:id="rId28"/>
      <p:boldItalic r:id="rId29"/>
    </p:embeddedFont>
    <p:embeddedFont>
      <p:font typeface="Assistant" charset="-79"/>
      <p:regular r:id="rId30"/>
      <p:bold r:id="rId31"/>
    </p:embeddedFont>
    <p:embeddedFont>
      <p:font typeface="Montserrat ExtraBold" charset="0"/>
      <p:bold r:id="rId32"/>
      <p:boldItalic r:id="rId33"/>
    </p:embeddedFont>
    <p:embeddedFont>
      <p:font typeface="Lato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8" roundtripDataSignature="AMtx7mjcSdcPaGzDMH0/E1XBGjUvTzD7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676" y="-6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6.fntdata"/><Relationship Id="rId39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9" name="Google Shape;107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9" name="Google Shape;107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4f2cf59cc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1" name="Google Shape;1091;g34f2cf59cc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4f2cf59cc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1" name="Google Shape;1091;g34f2cf59cc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4f2cf59cc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1" name="Google Shape;1091;g34f2cf59cc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4f2cf59cc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1" name="Google Shape;1091;g34f2cf59cc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4f2cf59cc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1" name="Google Shape;1091;g34f2cf59cc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4f2cf59cc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1" name="Google Shape;1091;g34f2cf59cc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4f2cf59cc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1" name="Google Shape;1091;g34f2cf59cc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4f2cf59cc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1" name="Google Shape;1091;g34f2cf59cc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4f2cf59cc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1" name="Google Shape;1091;g34f2cf59cc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4f2cf59cc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1" name="Google Shape;1091;g34f2cf59cc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4f2cf59cc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1" name="Google Shape;1091;g34f2cf59cc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4f2cf59cc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1" name="Google Shape;1091;g34f2cf59cc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4f2cf59cc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1" name="Google Shape;1091;g34f2cf59cc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4f2cf59cc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1" name="Google Shape;1091;g34f2cf59cc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8" name="Google Shape;118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7"/>
          <p:cNvSpPr txBox="1">
            <a:spLocks noGrp="1"/>
          </p:cNvSpPr>
          <p:nvPr>
            <p:ph type="ctrTitle"/>
          </p:nvPr>
        </p:nvSpPr>
        <p:spPr>
          <a:xfrm>
            <a:off x="715176" y="1276275"/>
            <a:ext cx="44961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ubTitle" idx="1"/>
          </p:nvPr>
        </p:nvSpPr>
        <p:spPr>
          <a:xfrm>
            <a:off x="715100" y="3328875"/>
            <a:ext cx="449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/>
          <p:nvPr/>
        </p:nvSpPr>
        <p:spPr>
          <a:xfrm>
            <a:off x="-514650" y="4419987"/>
            <a:ext cx="1901041" cy="488051"/>
          </a:xfrm>
          <a:custGeom>
            <a:avLst/>
            <a:gdLst/>
            <a:ahLst/>
            <a:cxnLst/>
            <a:rect l="l" t="t" r="r" b="b"/>
            <a:pathLst>
              <a:path w="2993765" h="768585" extrusionOk="0">
                <a:moveTo>
                  <a:pt x="2870296" y="257166"/>
                </a:moveTo>
                <a:lnTo>
                  <a:pt x="1714690" y="257166"/>
                </a:lnTo>
                <a:cubicBezTo>
                  <a:pt x="1643658" y="257166"/>
                  <a:pt x="1586138" y="314748"/>
                  <a:pt x="1586138" y="385718"/>
                </a:cubicBezTo>
                <a:cubicBezTo>
                  <a:pt x="1586138" y="456689"/>
                  <a:pt x="1643720" y="514271"/>
                  <a:pt x="1714690" y="514271"/>
                </a:cubicBezTo>
                <a:lnTo>
                  <a:pt x="2011649" y="514271"/>
                </a:lnTo>
                <a:cubicBezTo>
                  <a:pt x="2082681" y="514271"/>
                  <a:pt x="2140201" y="571853"/>
                  <a:pt x="2140201" y="642823"/>
                </a:cubicBezTo>
                <a:lnTo>
                  <a:pt x="2140201" y="642823"/>
                </a:lnTo>
                <a:cubicBezTo>
                  <a:pt x="2140201" y="713855"/>
                  <a:pt x="2082619" y="771375"/>
                  <a:pt x="2011649" y="771375"/>
                </a:cubicBezTo>
                <a:lnTo>
                  <a:pt x="0" y="771375"/>
                </a:lnTo>
                <a:lnTo>
                  <a:pt x="0" y="0"/>
                </a:lnTo>
                <a:lnTo>
                  <a:pt x="2870296" y="0"/>
                </a:lnTo>
                <a:cubicBezTo>
                  <a:pt x="2941328" y="0"/>
                  <a:pt x="2998848" y="57582"/>
                  <a:pt x="2998848" y="128552"/>
                </a:cubicBezTo>
                <a:cubicBezTo>
                  <a:pt x="2998848" y="199522"/>
                  <a:pt x="2941266" y="257104"/>
                  <a:pt x="2870296" y="25710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" name="Google Shape;12;p7"/>
          <p:cNvGrpSpPr/>
          <p:nvPr/>
        </p:nvGrpSpPr>
        <p:grpSpPr>
          <a:xfrm>
            <a:off x="-419328" y="335939"/>
            <a:ext cx="9327661" cy="4572549"/>
            <a:chOff x="-419328" y="335939"/>
            <a:chExt cx="9327661" cy="4572549"/>
          </a:xfrm>
        </p:grpSpPr>
        <p:grpSp>
          <p:nvGrpSpPr>
            <p:cNvPr id="13" name="Google Shape;13;p7"/>
            <p:cNvGrpSpPr/>
            <p:nvPr/>
          </p:nvGrpSpPr>
          <p:grpSpPr>
            <a:xfrm>
              <a:off x="8130884" y="420564"/>
              <a:ext cx="777449" cy="404251"/>
              <a:chOff x="-794166" y="-3748111"/>
              <a:chExt cx="777449" cy="404251"/>
            </a:xfrm>
          </p:grpSpPr>
          <p:sp>
            <p:nvSpPr>
              <p:cNvPr id="14" name="Google Shape;14;p7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15;p7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16;p7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17;p7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8;p7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7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7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7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7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p7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7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25;p7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26;p7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7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28;p7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" name="Google Shape;29;p7"/>
            <p:cNvSpPr/>
            <p:nvPr/>
          </p:nvSpPr>
          <p:spPr>
            <a:xfrm>
              <a:off x="1306975" y="43108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30" name="Google Shape;30;p7"/>
            <p:cNvSpPr/>
            <p:nvPr/>
          </p:nvSpPr>
          <p:spPr>
            <a:xfrm>
              <a:off x="219200" y="1462938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31" name="Google Shape;31;p7"/>
            <p:cNvSpPr/>
            <p:nvPr/>
          </p:nvSpPr>
          <p:spPr>
            <a:xfrm>
              <a:off x="5745250" y="4843388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32" name="Google Shape;32;p7"/>
            <p:cNvGrpSpPr/>
            <p:nvPr/>
          </p:nvGrpSpPr>
          <p:grpSpPr>
            <a:xfrm>
              <a:off x="-419328" y="335939"/>
              <a:ext cx="777449" cy="404251"/>
              <a:chOff x="-794166" y="-3748111"/>
              <a:chExt cx="777449" cy="404251"/>
            </a:xfrm>
          </p:grpSpPr>
          <p:sp>
            <p:nvSpPr>
              <p:cNvPr id="33" name="Google Shape;33;p7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7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7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7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7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7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7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7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7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7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7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7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7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7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7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8" name="Google Shape;48;p7"/>
            <p:cNvSpPr/>
            <p:nvPr/>
          </p:nvSpPr>
          <p:spPr>
            <a:xfrm>
              <a:off x="8584850" y="239738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2"/>
          <p:cNvSpPr txBox="1">
            <a:spLocks noGrp="1"/>
          </p:cNvSpPr>
          <p:nvPr>
            <p:ph type="title"/>
          </p:nvPr>
        </p:nvSpPr>
        <p:spPr>
          <a:xfrm>
            <a:off x="4068700" y="2554676"/>
            <a:ext cx="43602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51" name="Google Shape;51;p42"/>
          <p:cNvSpPr txBox="1">
            <a:spLocks noGrp="1"/>
          </p:cNvSpPr>
          <p:nvPr>
            <p:ph type="title" idx="2"/>
          </p:nvPr>
        </p:nvSpPr>
        <p:spPr>
          <a:xfrm>
            <a:off x="5703850" y="1546474"/>
            <a:ext cx="10899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5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52" name="Google Shape;52;p42"/>
          <p:cNvSpPr/>
          <p:nvPr/>
        </p:nvSpPr>
        <p:spPr>
          <a:xfrm flipH="1">
            <a:off x="7302493" y="312099"/>
            <a:ext cx="2252808" cy="578360"/>
          </a:xfrm>
          <a:custGeom>
            <a:avLst/>
            <a:gdLst/>
            <a:ahLst/>
            <a:cxnLst/>
            <a:rect l="l" t="t" r="r" b="b"/>
            <a:pathLst>
              <a:path w="2993765" h="768585" extrusionOk="0">
                <a:moveTo>
                  <a:pt x="2870296" y="257166"/>
                </a:moveTo>
                <a:lnTo>
                  <a:pt x="1714690" y="257166"/>
                </a:lnTo>
                <a:cubicBezTo>
                  <a:pt x="1643658" y="257166"/>
                  <a:pt x="1586138" y="314748"/>
                  <a:pt x="1586138" y="385718"/>
                </a:cubicBezTo>
                <a:cubicBezTo>
                  <a:pt x="1586138" y="456689"/>
                  <a:pt x="1643720" y="514271"/>
                  <a:pt x="1714690" y="514271"/>
                </a:cubicBezTo>
                <a:lnTo>
                  <a:pt x="2011649" y="514271"/>
                </a:lnTo>
                <a:cubicBezTo>
                  <a:pt x="2082681" y="514271"/>
                  <a:pt x="2140201" y="571853"/>
                  <a:pt x="2140201" y="642823"/>
                </a:cubicBezTo>
                <a:lnTo>
                  <a:pt x="2140201" y="642823"/>
                </a:lnTo>
                <a:cubicBezTo>
                  <a:pt x="2140201" y="713855"/>
                  <a:pt x="2082619" y="771375"/>
                  <a:pt x="2011649" y="771375"/>
                </a:cubicBezTo>
                <a:lnTo>
                  <a:pt x="0" y="771375"/>
                </a:lnTo>
                <a:lnTo>
                  <a:pt x="0" y="0"/>
                </a:lnTo>
                <a:lnTo>
                  <a:pt x="2870296" y="0"/>
                </a:lnTo>
                <a:cubicBezTo>
                  <a:pt x="2941328" y="0"/>
                  <a:pt x="2998848" y="57582"/>
                  <a:pt x="2998848" y="128552"/>
                </a:cubicBezTo>
                <a:cubicBezTo>
                  <a:pt x="2998848" y="199522"/>
                  <a:pt x="2941266" y="257104"/>
                  <a:pt x="2870296" y="25710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" name="Google Shape;53;p42"/>
          <p:cNvGrpSpPr/>
          <p:nvPr/>
        </p:nvGrpSpPr>
        <p:grpSpPr>
          <a:xfrm>
            <a:off x="298175" y="312100"/>
            <a:ext cx="8445500" cy="4897465"/>
            <a:chOff x="298175" y="312100"/>
            <a:chExt cx="8445500" cy="4897465"/>
          </a:xfrm>
        </p:grpSpPr>
        <p:sp>
          <p:nvSpPr>
            <p:cNvPr id="54" name="Google Shape;54;p42"/>
            <p:cNvSpPr/>
            <p:nvPr/>
          </p:nvSpPr>
          <p:spPr>
            <a:xfrm>
              <a:off x="1370400" y="312100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55" name="Google Shape;55;p42"/>
            <p:cNvSpPr/>
            <p:nvPr/>
          </p:nvSpPr>
          <p:spPr>
            <a:xfrm>
              <a:off x="298175" y="1020213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56" name="Google Shape;56;p42"/>
            <p:cNvGrpSpPr/>
            <p:nvPr/>
          </p:nvGrpSpPr>
          <p:grpSpPr>
            <a:xfrm>
              <a:off x="3012584" y="4805314"/>
              <a:ext cx="777449" cy="404251"/>
              <a:chOff x="-794166" y="-3748111"/>
              <a:chExt cx="777449" cy="404251"/>
            </a:xfrm>
          </p:grpSpPr>
          <p:sp>
            <p:nvSpPr>
              <p:cNvPr id="57" name="Google Shape;57;p42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42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42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42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42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42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42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42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42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42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42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42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42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42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42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" name="Google Shape;72;p42"/>
            <p:cNvSpPr/>
            <p:nvPr/>
          </p:nvSpPr>
          <p:spPr>
            <a:xfrm>
              <a:off x="8609875" y="474213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3"/>
          <p:cNvSpPr txBox="1">
            <a:spLocks noGrp="1"/>
          </p:cNvSpPr>
          <p:nvPr>
            <p:ph type="body" idx="1"/>
          </p:nvPr>
        </p:nvSpPr>
        <p:spPr>
          <a:xfrm>
            <a:off x="1262100" y="1155575"/>
            <a:ext cx="6619800" cy="14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unito Light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76" name="Google Shape;76;p43"/>
          <p:cNvGrpSpPr/>
          <p:nvPr/>
        </p:nvGrpSpPr>
        <p:grpSpPr>
          <a:xfrm>
            <a:off x="215625" y="112339"/>
            <a:ext cx="8852713" cy="5156011"/>
            <a:chOff x="215625" y="112339"/>
            <a:chExt cx="8852713" cy="5156011"/>
          </a:xfrm>
        </p:grpSpPr>
        <p:sp>
          <p:nvSpPr>
            <p:cNvPr id="77" name="Google Shape;77;p43"/>
            <p:cNvSpPr/>
            <p:nvPr/>
          </p:nvSpPr>
          <p:spPr>
            <a:xfrm rot="10800000" flipH="1">
              <a:off x="215625" y="2020102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78" name="Google Shape;78;p43"/>
            <p:cNvGrpSpPr/>
            <p:nvPr/>
          </p:nvGrpSpPr>
          <p:grpSpPr>
            <a:xfrm rot="10800000" flipH="1">
              <a:off x="346109" y="4864099"/>
              <a:ext cx="777449" cy="404251"/>
              <a:chOff x="-794166" y="-3748111"/>
              <a:chExt cx="777449" cy="404251"/>
            </a:xfrm>
          </p:grpSpPr>
          <p:sp>
            <p:nvSpPr>
              <p:cNvPr id="79" name="Google Shape;79;p43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43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43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43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43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43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43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43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43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43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43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43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43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43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43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4" name="Google Shape;94;p43"/>
            <p:cNvSpPr/>
            <p:nvPr/>
          </p:nvSpPr>
          <p:spPr>
            <a:xfrm rot="10800000" flipH="1">
              <a:off x="8362000" y="4864102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95" name="Google Shape;95;p43"/>
            <p:cNvSpPr/>
            <p:nvPr/>
          </p:nvSpPr>
          <p:spPr>
            <a:xfrm rot="10800000" flipH="1">
              <a:off x="2386425" y="112339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96" name="Google Shape;96;p43"/>
            <p:cNvSpPr/>
            <p:nvPr/>
          </p:nvSpPr>
          <p:spPr>
            <a:xfrm rot="10800000" flipH="1">
              <a:off x="8934538" y="1554377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grpSp>
        <p:nvGrpSpPr>
          <p:cNvPr id="97" name="Google Shape;97;p43"/>
          <p:cNvGrpSpPr/>
          <p:nvPr/>
        </p:nvGrpSpPr>
        <p:grpSpPr>
          <a:xfrm>
            <a:off x="-2083378" y="-138761"/>
            <a:ext cx="11493752" cy="3522254"/>
            <a:chOff x="-2083378" y="-138761"/>
            <a:chExt cx="11493752" cy="3522254"/>
          </a:xfrm>
        </p:grpSpPr>
        <p:sp>
          <p:nvSpPr>
            <p:cNvPr id="98" name="Google Shape;98;p43"/>
            <p:cNvSpPr/>
            <p:nvPr/>
          </p:nvSpPr>
          <p:spPr>
            <a:xfrm flipH="1">
              <a:off x="8287712" y="158879"/>
              <a:ext cx="1122662" cy="288219"/>
            </a:xfrm>
            <a:custGeom>
              <a:avLst/>
              <a:gdLst/>
              <a:ahLst/>
              <a:cxnLst/>
              <a:rect l="l" t="t" r="r" b="b"/>
              <a:pathLst>
                <a:path w="2993765" h="768585" extrusionOk="0">
                  <a:moveTo>
                    <a:pt x="2870296" y="257166"/>
                  </a:moveTo>
                  <a:lnTo>
                    <a:pt x="1714690" y="257166"/>
                  </a:lnTo>
                  <a:cubicBezTo>
                    <a:pt x="1643658" y="257166"/>
                    <a:pt x="1586138" y="314748"/>
                    <a:pt x="1586138" y="385718"/>
                  </a:cubicBezTo>
                  <a:cubicBezTo>
                    <a:pt x="1586138" y="456689"/>
                    <a:pt x="1643720" y="514271"/>
                    <a:pt x="1714690" y="514271"/>
                  </a:cubicBezTo>
                  <a:lnTo>
                    <a:pt x="2011649" y="514271"/>
                  </a:lnTo>
                  <a:cubicBezTo>
                    <a:pt x="2082681" y="514271"/>
                    <a:pt x="2140201" y="571853"/>
                    <a:pt x="2140201" y="642823"/>
                  </a:cubicBezTo>
                  <a:lnTo>
                    <a:pt x="2140201" y="642823"/>
                  </a:lnTo>
                  <a:cubicBezTo>
                    <a:pt x="2140201" y="713855"/>
                    <a:pt x="2082619" y="771375"/>
                    <a:pt x="2011649" y="771375"/>
                  </a:cubicBezTo>
                  <a:lnTo>
                    <a:pt x="0" y="771375"/>
                  </a:lnTo>
                  <a:lnTo>
                    <a:pt x="0" y="0"/>
                  </a:lnTo>
                  <a:lnTo>
                    <a:pt x="2870296" y="0"/>
                  </a:lnTo>
                  <a:cubicBezTo>
                    <a:pt x="2941328" y="0"/>
                    <a:pt x="2998848" y="57582"/>
                    <a:pt x="2998848" y="128552"/>
                  </a:cubicBezTo>
                  <a:cubicBezTo>
                    <a:pt x="2998848" y="199522"/>
                    <a:pt x="2941266" y="257104"/>
                    <a:pt x="2870296" y="257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43"/>
            <p:cNvSpPr/>
            <p:nvPr/>
          </p:nvSpPr>
          <p:spPr>
            <a:xfrm rot="10800000" flipH="1">
              <a:off x="-2083378" y="-138761"/>
              <a:ext cx="3470100" cy="31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100" name="Google Shape;100;p43"/>
            <p:cNvGrpSpPr/>
            <p:nvPr/>
          </p:nvGrpSpPr>
          <p:grpSpPr>
            <a:xfrm>
              <a:off x="8636966" y="2963834"/>
              <a:ext cx="424159" cy="419659"/>
              <a:chOff x="-1182750" y="3962900"/>
              <a:chExt cx="294575" cy="291450"/>
            </a:xfrm>
          </p:grpSpPr>
          <p:sp>
            <p:nvSpPr>
              <p:cNvPr id="101" name="Google Shape;101;p43"/>
              <p:cNvSpPr/>
              <p:nvPr/>
            </p:nvSpPr>
            <p:spPr>
              <a:xfrm>
                <a:off x="-1078000" y="4030650"/>
                <a:ext cx="173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694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4"/>
                      <a:pt x="347" y="694"/>
                    </a:cubicBezTo>
                    <a:cubicBezTo>
                      <a:pt x="536" y="694"/>
                      <a:pt x="693" y="536"/>
                      <a:pt x="693" y="347"/>
                    </a:cubicBezTo>
                    <a:cubicBezTo>
                      <a:pt x="693" y="158"/>
                      <a:pt x="536" y="0"/>
                      <a:pt x="3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43"/>
              <p:cNvSpPr/>
              <p:nvPr/>
            </p:nvSpPr>
            <p:spPr>
              <a:xfrm>
                <a:off x="-1129200" y="4099950"/>
                <a:ext cx="173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694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0" y="536"/>
                      <a:pt x="158" y="694"/>
                      <a:pt x="347" y="694"/>
                    </a:cubicBezTo>
                    <a:cubicBezTo>
                      <a:pt x="536" y="694"/>
                      <a:pt x="693" y="536"/>
                      <a:pt x="693" y="347"/>
                    </a:cubicBezTo>
                    <a:cubicBezTo>
                      <a:pt x="693" y="158"/>
                      <a:pt x="536" y="1"/>
                      <a:pt x="3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43"/>
              <p:cNvSpPr/>
              <p:nvPr/>
            </p:nvSpPr>
            <p:spPr>
              <a:xfrm>
                <a:off x="-1009475" y="4081850"/>
                <a:ext cx="1812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725" h="694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3"/>
                      <a:pt x="347" y="693"/>
                    </a:cubicBezTo>
                    <a:cubicBezTo>
                      <a:pt x="567" y="693"/>
                      <a:pt x="725" y="536"/>
                      <a:pt x="725" y="347"/>
                    </a:cubicBezTo>
                    <a:cubicBezTo>
                      <a:pt x="725" y="158"/>
                      <a:pt x="567" y="0"/>
                      <a:pt x="3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43"/>
              <p:cNvSpPr/>
              <p:nvPr/>
            </p:nvSpPr>
            <p:spPr>
              <a:xfrm>
                <a:off x="-1182750" y="4168475"/>
                <a:ext cx="292225" cy="34675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1387" extrusionOk="0">
                    <a:moveTo>
                      <a:pt x="0" y="1"/>
                    </a:moveTo>
                    <a:lnTo>
                      <a:pt x="0" y="347"/>
                    </a:lnTo>
                    <a:lnTo>
                      <a:pt x="63" y="347"/>
                    </a:lnTo>
                    <a:cubicBezTo>
                      <a:pt x="63" y="914"/>
                      <a:pt x="504" y="1387"/>
                      <a:pt x="1071" y="1387"/>
                    </a:cubicBezTo>
                    <a:lnTo>
                      <a:pt x="10680" y="1387"/>
                    </a:lnTo>
                    <a:cubicBezTo>
                      <a:pt x="11247" y="1387"/>
                      <a:pt x="11688" y="914"/>
                      <a:pt x="11688" y="347"/>
                    </a:cubicBezTo>
                    <a:lnTo>
                      <a:pt x="116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43"/>
              <p:cNvSpPr/>
              <p:nvPr/>
            </p:nvSpPr>
            <p:spPr>
              <a:xfrm>
                <a:off x="-1117400" y="4220475"/>
                <a:ext cx="161500" cy="33875"/>
              </a:xfrm>
              <a:custGeom>
                <a:avLst/>
                <a:gdLst/>
                <a:ahLst/>
                <a:cxnLst/>
                <a:rect l="l" t="t" r="r" b="b"/>
                <a:pathLst>
                  <a:path w="6460" h="1355" extrusionOk="0">
                    <a:moveTo>
                      <a:pt x="1513" y="0"/>
                    </a:moveTo>
                    <a:lnTo>
                      <a:pt x="1356" y="693"/>
                    </a:lnTo>
                    <a:lnTo>
                      <a:pt x="474" y="693"/>
                    </a:lnTo>
                    <a:cubicBezTo>
                      <a:pt x="32" y="693"/>
                      <a:pt x="1" y="1355"/>
                      <a:pt x="474" y="1355"/>
                    </a:cubicBezTo>
                    <a:lnTo>
                      <a:pt x="5924" y="1355"/>
                    </a:lnTo>
                    <a:cubicBezTo>
                      <a:pt x="6459" y="1355"/>
                      <a:pt x="6459" y="693"/>
                      <a:pt x="5987" y="693"/>
                    </a:cubicBezTo>
                    <a:lnTo>
                      <a:pt x="5073" y="693"/>
                    </a:lnTo>
                    <a:lnTo>
                      <a:pt x="491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43"/>
              <p:cNvSpPr/>
              <p:nvPr/>
            </p:nvSpPr>
            <p:spPr>
              <a:xfrm>
                <a:off x="-958300" y="4014100"/>
                <a:ext cx="181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694" extrusionOk="0">
                    <a:moveTo>
                      <a:pt x="348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694"/>
                      <a:pt x="348" y="694"/>
                    </a:cubicBezTo>
                    <a:cubicBezTo>
                      <a:pt x="568" y="694"/>
                      <a:pt x="726" y="536"/>
                      <a:pt x="726" y="347"/>
                    </a:cubicBezTo>
                    <a:cubicBezTo>
                      <a:pt x="726" y="158"/>
                      <a:pt x="568" y="1"/>
                      <a:pt x="3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43"/>
              <p:cNvSpPr/>
              <p:nvPr/>
            </p:nvSpPr>
            <p:spPr>
              <a:xfrm>
                <a:off x="-1180400" y="3962900"/>
                <a:ext cx="292225" cy="188275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7531" extrusionOk="0">
                    <a:moveTo>
                      <a:pt x="9232" y="1324"/>
                    </a:moveTo>
                    <a:cubicBezTo>
                      <a:pt x="9799" y="1324"/>
                      <a:pt x="10271" y="1797"/>
                      <a:pt x="10271" y="2364"/>
                    </a:cubicBezTo>
                    <a:cubicBezTo>
                      <a:pt x="10271" y="2922"/>
                      <a:pt x="9822" y="3391"/>
                      <a:pt x="9247" y="3391"/>
                    </a:cubicBezTo>
                    <a:cubicBezTo>
                      <a:pt x="9140" y="3391"/>
                      <a:pt x="9029" y="3375"/>
                      <a:pt x="8916" y="3341"/>
                    </a:cubicBezTo>
                    <a:lnTo>
                      <a:pt x="8034" y="4538"/>
                    </a:lnTo>
                    <a:cubicBezTo>
                      <a:pt x="8507" y="5199"/>
                      <a:pt x="7971" y="6144"/>
                      <a:pt x="7152" y="6144"/>
                    </a:cubicBezTo>
                    <a:cubicBezTo>
                      <a:pt x="6491" y="6144"/>
                      <a:pt x="5987" y="5514"/>
                      <a:pt x="6176" y="4790"/>
                    </a:cubicBezTo>
                    <a:lnTo>
                      <a:pt x="4978" y="3908"/>
                    </a:lnTo>
                    <a:cubicBezTo>
                      <a:pt x="4839" y="4007"/>
                      <a:pt x="4661" y="4069"/>
                      <a:pt x="4470" y="4069"/>
                    </a:cubicBezTo>
                    <a:cubicBezTo>
                      <a:pt x="4359" y="4069"/>
                      <a:pt x="4243" y="4048"/>
                      <a:pt x="4128" y="4002"/>
                    </a:cubicBezTo>
                    <a:lnTo>
                      <a:pt x="3214" y="5199"/>
                    </a:lnTo>
                    <a:cubicBezTo>
                      <a:pt x="3340" y="5357"/>
                      <a:pt x="3372" y="5546"/>
                      <a:pt x="3372" y="5735"/>
                    </a:cubicBezTo>
                    <a:cubicBezTo>
                      <a:pt x="3372" y="6302"/>
                      <a:pt x="2899" y="6775"/>
                      <a:pt x="2363" y="6775"/>
                    </a:cubicBezTo>
                    <a:cubicBezTo>
                      <a:pt x="1796" y="6775"/>
                      <a:pt x="1324" y="6302"/>
                      <a:pt x="1324" y="5735"/>
                    </a:cubicBezTo>
                    <a:cubicBezTo>
                      <a:pt x="1324" y="5199"/>
                      <a:pt x="1796" y="4727"/>
                      <a:pt x="2363" y="4727"/>
                    </a:cubicBezTo>
                    <a:cubicBezTo>
                      <a:pt x="2489" y="4727"/>
                      <a:pt x="2552" y="4758"/>
                      <a:pt x="2678" y="4758"/>
                    </a:cubicBezTo>
                    <a:lnTo>
                      <a:pt x="3592" y="3593"/>
                    </a:lnTo>
                    <a:cubicBezTo>
                      <a:pt x="3120" y="2899"/>
                      <a:pt x="3624" y="1954"/>
                      <a:pt x="4443" y="1954"/>
                    </a:cubicBezTo>
                    <a:cubicBezTo>
                      <a:pt x="5104" y="1954"/>
                      <a:pt x="5640" y="2584"/>
                      <a:pt x="5419" y="3309"/>
                    </a:cubicBezTo>
                    <a:lnTo>
                      <a:pt x="6617" y="4223"/>
                    </a:lnTo>
                    <a:cubicBezTo>
                      <a:pt x="6766" y="4116"/>
                      <a:pt x="6959" y="4038"/>
                      <a:pt x="7165" y="4038"/>
                    </a:cubicBezTo>
                    <a:cubicBezTo>
                      <a:pt x="7264" y="4038"/>
                      <a:pt x="7365" y="4056"/>
                      <a:pt x="7467" y="4097"/>
                    </a:cubicBezTo>
                    <a:lnTo>
                      <a:pt x="8381" y="2899"/>
                    </a:lnTo>
                    <a:cubicBezTo>
                      <a:pt x="8255" y="2742"/>
                      <a:pt x="8223" y="2553"/>
                      <a:pt x="8223" y="2364"/>
                    </a:cubicBezTo>
                    <a:cubicBezTo>
                      <a:pt x="8223" y="1797"/>
                      <a:pt x="8696" y="1324"/>
                      <a:pt x="9232" y="1324"/>
                    </a:cubicBezTo>
                    <a:close/>
                    <a:moveTo>
                      <a:pt x="1009" y="1"/>
                    </a:moveTo>
                    <a:cubicBezTo>
                      <a:pt x="473" y="1"/>
                      <a:pt x="1" y="474"/>
                      <a:pt x="1" y="1009"/>
                    </a:cubicBezTo>
                    <a:lnTo>
                      <a:pt x="1" y="7531"/>
                    </a:lnTo>
                    <a:lnTo>
                      <a:pt x="11689" y="7531"/>
                    </a:lnTo>
                    <a:lnTo>
                      <a:pt x="11689" y="1009"/>
                    </a:lnTo>
                    <a:cubicBezTo>
                      <a:pt x="11657" y="411"/>
                      <a:pt x="11185" y="1"/>
                      <a:pt x="106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4"/>
          <p:cNvSpPr txBox="1">
            <a:spLocks noGrp="1"/>
          </p:cNvSpPr>
          <p:nvPr>
            <p:ph type="subTitle" idx="1"/>
          </p:nvPr>
        </p:nvSpPr>
        <p:spPr>
          <a:xfrm>
            <a:off x="1207185" y="2550075"/>
            <a:ext cx="298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10" name="Google Shape;110;p44"/>
          <p:cNvSpPr txBox="1">
            <a:spLocks noGrp="1"/>
          </p:cNvSpPr>
          <p:nvPr>
            <p:ph type="subTitle" idx="2"/>
          </p:nvPr>
        </p:nvSpPr>
        <p:spPr>
          <a:xfrm>
            <a:off x="4955103" y="2550075"/>
            <a:ext cx="298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11" name="Google Shape;111;p44"/>
          <p:cNvSpPr txBox="1">
            <a:spLocks noGrp="1"/>
          </p:cNvSpPr>
          <p:nvPr>
            <p:ph type="subTitle" idx="3"/>
          </p:nvPr>
        </p:nvSpPr>
        <p:spPr>
          <a:xfrm>
            <a:off x="1207197" y="3036850"/>
            <a:ext cx="2981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44"/>
          <p:cNvSpPr txBox="1">
            <a:spLocks noGrp="1"/>
          </p:cNvSpPr>
          <p:nvPr>
            <p:ph type="subTitle" idx="4"/>
          </p:nvPr>
        </p:nvSpPr>
        <p:spPr>
          <a:xfrm>
            <a:off x="4955115" y="3036850"/>
            <a:ext cx="2981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grpSp>
        <p:nvGrpSpPr>
          <p:cNvPr id="114" name="Google Shape;114;p44"/>
          <p:cNvGrpSpPr/>
          <p:nvPr/>
        </p:nvGrpSpPr>
        <p:grpSpPr>
          <a:xfrm>
            <a:off x="377575" y="-89411"/>
            <a:ext cx="8468175" cy="5316751"/>
            <a:chOff x="377575" y="-89411"/>
            <a:chExt cx="8468175" cy="5316751"/>
          </a:xfrm>
        </p:grpSpPr>
        <p:grpSp>
          <p:nvGrpSpPr>
            <p:cNvPr id="115" name="Google Shape;115;p44"/>
            <p:cNvGrpSpPr/>
            <p:nvPr/>
          </p:nvGrpSpPr>
          <p:grpSpPr>
            <a:xfrm>
              <a:off x="6961909" y="-89411"/>
              <a:ext cx="777449" cy="404251"/>
              <a:chOff x="-794166" y="-3748111"/>
              <a:chExt cx="777449" cy="404251"/>
            </a:xfrm>
          </p:grpSpPr>
          <p:sp>
            <p:nvSpPr>
              <p:cNvPr id="116" name="Google Shape;116;p44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44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44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44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44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44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44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44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44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44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44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44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44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44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44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1" name="Google Shape;131;p44"/>
            <p:cNvSpPr/>
            <p:nvPr/>
          </p:nvSpPr>
          <p:spPr>
            <a:xfrm>
              <a:off x="1308675" y="257650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132" name="Google Shape;132;p44"/>
            <p:cNvSpPr/>
            <p:nvPr/>
          </p:nvSpPr>
          <p:spPr>
            <a:xfrm>
              <a:off x="8711950" y="1541813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133" name="Google Shape;133;p44"/>
            <p:cNvGrpSpPr/>
            <p:nvPr/>
          </p:nvGrpSpPr>
          <p:grpSpPr>
            <a:xfrm>
              <a:off x="4183284" y="4823089"/>
              <a:ext cx="777449" cy="404251"/>
              <a:chOff x="-794166" y="-3748111"/>
              <a:chExt cx="777449" cy="404251"/>
            </a:xfrm>
          </p:grpSpPr>
          <p:sp>
            <p:nvSpPr>
              <p:cNvPr id="134" name="Google Shape;134;p44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44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44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44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44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44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44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44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44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44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44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44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44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44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44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9" name="Google Shape;149;p44"/>
            <p:cNvSpPr/>
            <p:nvPr/>
          </p:nvSpPr>
          <p:spPr>
            <a:xfrm>
              <a:off x="377575" y="454158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grpSp>
        <p:nvGrpSpPr>
          <p:cNvPr id="150" name="Google Shape;150;p44"/>
          <p:cNvGrpSpPr/>
          <p:nvPr/>
        </p:nvGrpSpPr>
        <p:grpSpPr>
          <a:xfrm>
            <a:off x="-676700" y="1017714"/>
            <a:ext cx="9668321" cy="3985233"/>
            <a:chOff x="-676700" y="1017714"/>
            <a:chExt cx="9668321" cy="3985233"/>
          </a:xfrm>
        </p:grpSpPr>
        <p:sp>
          <p:nvSpPr>
            <p:cNvPr id="151" name="Google Shape;151;p44"/>
            <p:cNvSpPr/>
            <p:nvPr/>
          </p:nvSpPr>
          <p:spPr>
            <a:xfrm flipH="1">
              <a:off x="-676700" y="1017714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2" name="Google Shape;152;p44"/>
            <p:cNvGrpSpPr/>
            <p:nvPr/>
          </p:nvGrpSpPr>
          <p:grpSpPr>
            <a:xfrm>
              <a:off x="8494645" y="4504703"/>
              <a:ext cx="496976" cy="498244"/>
              <a:chOff x="-1591550" y="3597475"/>
              <a:chExt cx="293825" cy="294575"/>
            </a:xfrm>
          </p:grpSpPr>
          <p:sp>
            <p:nvSpPr>
              <p:cNvPr id="153" name="Google Shape;153;p44"/>
              <p:cNvSpPr/>
              <p:nvPr/>
            </p:nvSpPr>
            <p:spPr>
              <a:xfrm>
                <a:off x="-1509625" y="3597475"/>
                <a:ext cx="211900" cy="207150"/>
              </a:xfrm>
              <a:custGeom>
                <a:avLst/>
                <a:gdLst/>
                <a:ahLst/>
                <a:cxnLst/>
                <a:rect l="l" t="t" r="r" b="b"/>
                <a:pathLst>
                  <a:path w="8476" h="8286" extrusionOk="0">
                    <a:moveTo>
                      <a:pt x="6105" y="1"/>
                    </a:moveTo>
                    <a:cubicBezTo>
                      <a:pt x="6014" y="1"/>
                      <a:pt x="5916" y="39"/>
                      <a:pt x="5829" y="126"/>
                    </a:cubicBezTo>
                    <a:lnTo>
                      <a:pt x="3781" y="2205"/>
                    </a:lnTo>
                    <a:cubicBezTo>
                      <a:pt x="3718" y="2268"/>
                      <a:pt x="3655" y="2363"/>
                      <a:pt x="3655" y="2426"/>
                    </a:cubicBezTo>
                    <a:lnTo>
                      <a:pt x="3655" y="4253"/>
                    </a:lnTo>
                    <a:lnTo>
                      <a:pt x="1544" y="6332"/>
                    </a:lnTo>
                    <a:cubicBezTo>
                      <a:pt x="1400" y="6270"/>
                      <a:pt x="1256" y="6242"/>
                      <a:pt x="1119" y="6242"/>
                    </a:cubicBezTo>
                    <a:cubicBezTo>
                      <a:pt x="835" y="6242"/>
                      <a:pt x="580" y="6362"/>
                      <a:pt x="410" y="6553"/>
                    </a:cubicBezTo>
                    <a:cubicBezTo>
                      <a:pt x="0" y="6931"/>
                      <a:pt x="0" y="7592"/>
                      <a:pt x="410" y="8002"/>
                    </a:cubicBezTo>
                    <a:cubicBezTo>
                      <a:pt x="599" y="8191"/>
                      <a:pt x="859" y="8286"/>
                      <a:pt x="1123" y="8286"/>
                    </a:cubicBezTo>
                    <a:cubicBezTo>
                      <a:pt x="1387" y="8286"/>
                      <a:pt x="1655" y="8191"/>
                      <a:pt x="1859" y="8002"/>
                    </a:cubicBezTo>
                    <a:cubicBezTo>
                      <a:pt x="2174" y="7687"/>
                      <a:pt x="2206" y="7214"/>
                      <a:pt x="2048" y="6868"/>
                    </a:cubicBezTo>
                    <a:lnTo>
                      <a:pt x="4128" y="4757"/>
                    </a:lnTo>
                    <a:lnTo>
                      <a:pt x="5955" y="4757"/>
                    </a:lnTo>
                    <a:cubicBezTo>
                      <a:pt x="6018" y="4757"/>
                      <a:pt x="6144" y="4725"/>
                      <a:pt x="6175" y="4662"/>
                    </a:cubicBezTo>
                    <a:lnTo>
                      <a:pt x="8286" y="2552"/>
                    </a:lnTo>
                    <a:cubicBezTo>
                      <a:pt x="8475" y="2331"/>
                      <a:pt x="8349" y="1985"/>
                      <a:pt x="8034" y="1985"/>
                    </a:cubicBezTo>
                    <a:lnTo>
                      <a:pt x="6428" y="1985"/>
                    </a:lnTo>
                    <a:lnTo>
                      <a:pt x="6428" y="346"/>
                    </a:lnTo>
                    <a:cubicBezTo>
                      <a:pt x="6428" y="140"/>
                      <a:pt x="6278" y="1"/>
                      <a:pt x="61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44"/>
              <p:cNvSpPr/>
              <p:nvPr/>
            </p:nvSpPr>
            <p:spPr>
              <a:xfrm>
                <a:off x="-1541125" y="3719125"/>
                <a:ext cx="120525" cy="118275"/>
              </a:xfrm>
              <a:custGeom>
                <a:avLst/>
                <a:gdLst/>
                <a:ahLst/>
                <a:cxnLst/>
                <a:rect l="l" t="t" r="r" b="b"/>
                <a:pathLst>
                  <a:path w="4821" h="4731" extrusionOk="0">
                    <a:moveTo>
                      <a:pt x="2340" y="1"/>
                    </a:moveTo>
                    <a:cubicBezTo>
                      <a:pt x="1722" y="1"/>
                      <a:pt x="1163" y="241"/>
                      <a:pt x="725" y="679"/>
                    </a:cubicBezTo>
                    <a:cubicBezTo>
                      <a:pt x="284" y="1120"/>
                      <a:pt x="0" y="1750"/>
                      <a:pt x="0" y="2380"/>
                    </a:cubicBezTo>
                    <a:cubicBezTo>
                      <a:pt x="0" y="3943"/>
                      <a:pt x="1211" y="4731"/>
                      <a:pt x="2420" y="4731"/>
                    </a:cubicBezTo>
                    <a:cubicBezTo>
                      <a:pt x="3622" y="4731"/>
                      <a:pt x="4821" y="3951"/>
                      <a:pt x="4821" y="2380"/>
                    </a:cubicBezTo>
                    <a:cubicBezTo>
                      <a:pt x="4821" y="2096"/>
                      <a:pt x="4758" y="1844"/>
                      <a:pt x="4663" y="1592"/>
                    </a:cubicBezTo>
                    <a:lnTo>
                      <a:pt x="4096" y="2159"/>
                    </a:lnTo>
                    <a:cubicBezTo>
                      <a:pt x="4253" y="3199"/>
                      <a:pt x="3434" y="4081"/>
                      <a:pt x="2395" y="4081"/>
                    </a:cubicBezTo>
                    <a:cubicBezTo>
                      <a:pt x="882" y="4081"/>
                      <a:pt x="126" y="2222"/>
                      <a:pt x="1197" y="1151"/>
                    </a:cubicBezTo>
                    <a:cubicBezTo>
                      <a:pt x="1522" y="827"/>
                      <a:pt x="1984" y="665"/>
                      <a:pt x="2428" y="665"/>
                    </a:cubicBezTo>
                    <a:cubicBezTo>
                      <a:pt x="2501" y="665"/>
                      <a:pt x="2575" y="670"/>
                      <a:pt x="2647" y="679"/>
                    </a:cubicBezTo>
                    <a:lnTo>
                      <a:pt x="3182" y="143"/>
                    </a:lnTo>
                    <a:cubicBezTo>
                      <a:pt x="2894" y="47"/>
                      <a:pt x="2611" y="1"/>
                      <a:pt x="23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44"/>
              <p:cNvSpPr/>
              <p:nvPr/>
            </p:nvSpPr>
            <p:spPr>
              <a:xfrm>
                <a:off x="-1591550" y="3668825"/>
                <a:ext cx="222925" cy="223225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8929" extrusionOk="0">
                    <a:moveTo>
                      <a:pt x="4475" y="1"/>
                    </a:moveTo>
                    <a:cubicBezTo>
                      <a:pt x="3329" y="1"/>
                      <a:pt x="2187" y="454"/>
                      <a:pt x="1324" y="1336"/>
                    </a:cubicBezTo>
                    <a:cubicBezTo>
                      <a:pt x="474" y="2155"/>
                      <a:pt x="1" y="3289"/>
                      <a:pt x="1" y="4486"/>
                    </a:cubicBezTo>
                    <a:cubicBezTo>
                      <a:pt x="1" y="6912"/>
                      <a:pt x="2017" y="8929"/>
                      <a:pt x="4475" y="8929"/>
                    </a:cubicBezTo>
                    <a:cubicBezTo>
                      <a:pt x="6901" y="8929"/>
                      <a:pt x="8917" y="6912"/>
                      <a:pt x="8917" y="4486"/>
                    </a:cubicBezTo>
                    <a:cubicBezTo>
                      <a:pt x="8917" y="3604"/>
                      <a:pt x="8696" y="2817"/>
                      <a:pt x="8255" y="2124"/>
                    </a:cubicBezTo>
                    <a:cubicBezTo>
                      <a:pt x="8098" y="2218"/>
                      <a:pt x="7342" y="2943"/>
                      <a:pt x="7184" y="3100"/>
                    </a:cubicBezTo>
                    <a:cubicBezTo>
                      <a:pt x="8161" y="5148"/>
                      <a:pt x="6680" y="7511"/>
                      <a:pt x="4412" y="7511"/>
                    </a:cubicBezTo>
                    <a:cubicBezTo>
                      <a:pt x="1702" y="7511"/>
                      <a:pt x="316" y="4203"/>
                      <a:pt x="2269" y="2281"/>
                    </a:cubicBezTo>
                    <a:cubicBezTo>
                      <a:pt x="2869" y="1681"/>
                      <a:pt x="3659" y="1373"/>
                      <a:pt x="4447" y="1373"/>
                    </a:cubicBezTo>
                    <a:cubicBezTo>
                      <a:pt x="4900" y="1373"/>
                      <a:pt x="5352" y="1475"/>
                      <a:pt x="5766" y="1682"/>
                    </a:cubicBezTo>
                    <a:cubicBezTo>
                      <a:pt x="5924" y="1525"/>
                      <a:pt x="6617" y="800"/>
                      <a:pt x="6838" y="706"/>
                    </a:cubicBezTo>
                    <a:cubicBezTo>
                      <a:pt x="6115" y="233"/>
                      <a:pt x="5294" y="1"/>
                      <a:pt x="447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grpSp>
        <p:nvGrpSpPr>
          <p:cNvPr id="158" name="Google Shape;158;p45"/>
          <p:cNvGrpSpPr/>
          <p:nvPr/>
        </p:nvGrpSpPr>
        <p:grpSpPr>
          <a:xfrm>
            <a:off x="86895" y="-89411"/>
            <a:ext cx="8909125" cy="5316751"/>
            <a:chOff x="86895" y="-89411"/>
            <a:chExt cx="8909125" cy="5316751"/>
          </a:xfrm>
        </p:grpSpPr>
        <p:grpSp>
          <p:nvGrpSpPr>
            <p:cNvPr id="159" name="Google Shape;159;p45"/>
            <p:cNvGrpSpPr/>
            <p:nvPr/>
          </p:nvGrpSpPr>
          <p:grpSpPr>
            <a:xfrm rot="10800000">
              <a:off x="715112" y="4823089"/>
              <a:ext cx="777449" cy="404251"/>
              <a:chOff x="-794166" y="-3748111"/>
              <a:chExt cx="777449" cy="404251"/>
            </a:xfrm>
          </p:grpSpPr>
          <p:sp>
            <p:nvSpPr>
              <p:cNvPr id="160" name="Google Shape;160;p45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45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45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45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45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45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45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45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45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45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45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45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45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45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45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5" name="Google Shape;175;p45"/>
            <p:cNvSpPr/>
            <p:nvPr/>
          </p:nvSpPr>
          <p:spPr>
            <a:xfrm rot="10800000">
              <a:off x="7550745" y="4967579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176" name="Google Shape;176;p45"/>
            <p:cNvSpPr/>
            <p:nvPr/>
          </p:nvSpPr>
          <p:spPr>
            <a:xfrm rot="10800000">
              <a:off x="86895" y="3734267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177" name="Google Shape;177;p45"/>
            <p:cNvGrpSpPr/>
            <p:nvPr/>
          </p:nvGrpSpPr>
          <p:grpSpPr>
            <a:xfrm rot="10800000">
              <a:off x="7194587" y="-89411"/>
              <a:ext cx="777449" cy="404251"/>
              <a:chOff x="-794166" y="-3748111"/>
              <a:chExt cx="777449" cy="404251"/>
            </a:xfrm>
          </p:grpSpPr>
          <p:sp>
            <p:nvSpPr>
              <p:cNvPr id="178" name="Google Shape;178;p45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45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45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45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45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45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45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45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45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45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45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45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45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45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45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3" name="Google Shape;193;p45"/>
            <p:cNvSpPr/>
            <p:nvPr/>
          </p:nvSpPr>
          <p:spPr>
            <a:xfrm rot="10800000">
              <a:off x="8862220" y="1053442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grpSp>
        <p:nvGrpSpPr>
          <p:cNvPr id="194" name="Google Shape;194;p45"/>
          <p:cNvGrpSpPr/>
          <p:nvPr/>
        </p:nvGrpSpPr>
        <p:grpSpPr>
          <a:xfrm>
            <a:off x="220688" y="187819"/>
            <a:ext cx="9609133" cy="4805309"/>
            <a:chOff x="220688" y="187819"/>
            <a:chExt cx="9609133" cy="4805309"/>
          </a:xfrm>
        </p:grpSpPr>
        <p:sp>
          <p:nvSpPr>
            <p:cNvPr id="195" name="Google Shape;195;p45"/>
            <p:cNvSpPr/>
            <p:nvPr/>
          </p:nvSpPr>
          <p:spPr>
            <a:xfrm rot="10800000" flipH="1">
              <a:off x="8324385" y="4702305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6" name="Google Shape;196;p45"/>
            <p:cNvGrpSpPr/>
            <p:nvPr/>
          </p:nvGrpSpPr>
          <p:grpSpPr>
            <a:xfrm>
              <a:off x="220688" y="187819"/>
              <a:ext cx="495847" cy="493175"/>
              <a:chOff x="-4118225" y="3253275"/>
              <a:chExt cx="292225" cy="290650"/>
            </a:xfrm>
          </p:grpSpPr>
          <p:sp>
            <p:nvSpPr>
              <p:cNvPr id="197" name="Google Shape;197;p45"/>
              <p:cNvSpPr/>
              <p:nvPr/>
            </p:nvSpPr>
            <p:spPr>
              <a:xfrm>
                <a:off x="-4118225" y="3287125"/>
                <a:ext cx="256725" cy="256800"/>
              </a:xfrm>
              <a:custGeom>
                <a:avLst/>
                <a:gdLst/>
                <a:ahLst/>
                <a:cxnLst/>
                <a:rect l="l" t="t" r="r" b="b"/>
                <a:pathLst>
                  <a:path w="10269" h="10272" extrusionOk="0">
                    <a:moveTo>
                      <a:pt x="5104" y="1"/>
                    </a:moveTo>
                    <a:cubicBezTo>
                      <a:pt x="2268" y="1"/>
                      <a:pt x="0" y="2301"/>
                      <a:pt x="0" y="5136"/>
                    </a:cubicBezTo>
                    <a:cubicBezTo>
                      <a:pt x="0" y="7972"/>
                      <a:pt x="2268" y="10271"/>
                      <a:pt x="5104" y="10271"/>
                    </a:cubicBezTo>
                    <a:cubicBezTo>
                      <a:pt x="7939" y="10271"/>
                      <a:pt x="10239" y="8003"/>
                      <a:pt x="10239" y="5168"/>
                    </a:cubicBezTo>
                    <a:cubicBezTo>
                      <a:pt x="10268" y="4993"/>
                      <a:pt x="10108" y="4818"/>
                      <a:pt x="9910" y="4818"/>
                    </a:cubicBezTo>
                    <a:cubicBezTo>
                      <a:pt x="9894" y="4818"/>
                      <a:pt x="9877" y="4819"/>
                      <a:pt x="9861" y="4821"/>
                    </a:cubicBezTo>
                    <a:lnTo>
                      <a:pt x="5797" y="4821"/>
                    </a:lnTo>
                    <a:cubicBezTo>
                      <a:pt x="5639" y="4821"/>
                      <a:pt x="5450" y="4695"/>
                      <a:pt x="5450" y="4506"/>
                    </a:cubicBezTo>
                    <a:lnTo>
                      <a:pt x="5450" y="347"/>
                    </a:lnTo>
                    <a:cubicBezTo>
                      <a:pt x="5450" y="158"/>
                      <a:pt x="5324" y="1"/>
                      <a:pt x="51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45"/>
              <p:cNvSpPr/>
              <p:nvPr/>
            </p:nvSpPr>
            <p:spPr>
              <a:xfrm>
                <a:off x="-3963850" y="3253275"/>
                <a:ext cx="137850" cy="137850"/>
              </a:xfrm>
              <a:custGeom>
                <a:avLst/>
                <a:gdLst/>
                <a:ahLst/>
                <a:cxnLst/>
                <a:rect l="l" t="t" r="r" b="b"/>
                <a:pathLst>
                  <a:path w="5514" h="5514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lnTo>
                      <a:pt x="0" y="5135"/>
                    </a:lnTo>
                    <a:cubicBezTo>
                      <a:pt x="0" y="5356"/>
                      <a:pt x="158" y="5514"/>
                      <a:pt x="347" y="5514"/>
                    </a:cubicBezTo>
                    <a:lnTo>
                      <a:pt x="5167" y="5514"/>
                    </a:lnTo>
                    <a:cubicBezTo>
                      <a:pt x="5356" y="5514"/>
                      <a:pt x="5513" y="5356"/>
                      <a:pt x="5513" y="5135"/>
                    </a:cubicBezTo>
                    <a:cubicBezTo>
                      <a:pt x="5513" y="2269"/>
                      <a:pt x="3182" y="0"/>
                      <a:pt x="3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549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46"/>
          <p:cNvSpPr txBox="1">
            <a:spLocks noGrp="1"/>
          </p:cNvSpPr>
          <p:nvPr>
            <p:ph type="body" idx="1"/>
          </p:nvPr>
        </p:nvSpPr>
        <p:spPr>
          <a:xfrm>
            <a:off x="720000" y="1408100"/>
            <a:ext cx="32148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46"/>
          <p:cNvSpPr>
            <a:spLocks noGrp="1"/>
          </p:cNvSpPr>
          <p:nvPr>
            <p:ph type="pic" idx="2"/>
          </p:nvPr>
        </p:nvSpPr>
        <p:spPr>
          <a:xfrm>
            <a:off x="5477062" y="0"/>
            <a:ext cx="3666900" cy="514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3" name="Google Shape;203;p46"/>
          <p:cNvGrpSpPr/>
          <p:nvPr/>
        </p:nvGrpSpPr>
        <p:grpSpPr>
          <a:xfrm>
            <a:off x="145775" y="-51962"/>
            <a:ext cx="4396700" cy="4794250"/>
            <a:chOff x="145775" y="-51962"/>
            <a:chExt cx="4396700" cy="4794250"/>
          </a:xfrm>
        </p:grpSpPr>
        <p:sp>
          <p:nvSpPr>
            <p:cNvPr id="204" name="Google Shape;204;p46"/>
            <p:cNvSpPr/>
            <p:nvPr/>
          </p:nvSpPr>
          <p:spPr>
            <a:xfrm>
              <a:off x="145775" y="1219300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205" name="Google Shape;205;p46"/>
            <p:cNvSpPr/>
            <p:nvPr/>
          </p:nvSpPr>
          <p:spPr>
            <a:xfrm>
              <a:off x="3042275" y="460848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206" name="Google Shape;206;p46"/>
            <p:cNvSpPr/>
            <p:nvPr/>
          </p:nvSpPr>
          <p:spPr>
            <a:xfrm>
              <a:off x="4477375" y="222450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207" name="Google Shape;207;p46"/>
            <p:cNvSpPr/>
            <p:nvPr/>
          </p:nvSpPr>
          <p:spPr>
            <a:xfrm>
              <a:off x="2260500" y="-51962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7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210" name="Google Shape;210;p47"/>
          <p:cNvSpPr/>
          <p:nvPr/>
        </p:nvSpPr>
        <p:spPr>
          <a:xfrm flipH="1">
            <a:off x="7616892" y="4419987"/>
            <a:ext cx="1901041" cy="488051"/>
          </a:xfrm>
          <a:custGeom>
            <a:avLst/>
            <a:gdLst/>
            <a:ahLst/>
            <a:cxnLst/>
            <a:rect l="l" t="t" r="r" b="b"/>
            <a:pathLst>
              <a:path w="2993765" h="768585" extrusionOk="0">
                <a:moveTo>
                  <a:pt x="2870296" y="257166"/>
                </a:moveTo>
                <a:lnTo>
                  <a:pt x="1714690" y="257166"/>
                </a:lnTo>
                <a:cubicBezTo>
                  <a:pt x="1643658" y="257166"/>
                  <a:pt x="1586138" y="314748"/>
                  <a:pt x="1586138" y="385718"/>
                </a:cubicBezTo>
                <a:cubicBezTo>
                  <a:pt x="1586138" y="456689"/>
                  <a:pt x="1643720" y="514271"/>
                  <a:pt x="1714690" y="514271"/>
                </a:cubicBezTo>
                <a:lnTo>
                  <a:pt x="2011649" y="514271"/>
                </a:lnTo>
                <a:cubicBezTo>
                  <a:pt x="2082681" y="514271"/>
                  <a:pt x="2140201" y="571853"/>
                  <a:pt x="2140201" y="642823"/>
                </a:cubicBezTo>
                <a:lnTo>
                  <a:pt x="2140201" y="642823"/>
                </a:lnTo>
                <a:cubicBezTo>
                  <a:pt x="2140201" y="713855"/>
                  <a:pt x="2082619" y="771375"/>
                  <a:pt x="2011649" y="771375"/>
                </a:cubicBezTo>
                <a:lnTo>
                  <a:pt x="0" y="771375"/>
                </a:lnTo>
                <a:lnTo>
                  <a:pt x="0" y="0"/>
                </a:lnTo>
                <a:lnTo>
                  <a:pt x="2870296" y="0"/>
                </a:lnTo>
                <a:cubicBezTo>
                  <a:pt x="2941328" y="0"/>
                  <a:pt x="2998848" y="57582"/>
                  <a:pt x="2998848" y="128552"/>
                </a:cubicBezTo>
                <a:cubicBezTo>
                  <a:pt x="2998848" y="199522"/>
                  <a:pt x="2941266" y="257104"/>
                  <a:pt x="2870296" y="25710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1" name="Google Shape;211;p47"/>
          <p:cNvGrpSpPr/>
          <p:nvPr/>
        </p:nvGrpSpPr>
        <p:grpSpPr>
          <a:xfrm flipH="1">
            <a:off x="94951" y="335939"/>
            <a:ext cx="9327661" cy="4572549"/>
            <a:chOff x="-419328" y="335939"/>
            <a:chExt cx="9327661" cy="4572549"/>
          </a:xfrm>
        </p:grpSpPr>
        <p:grpSp>
          <p:nvGrpSpPr>
            <p:cNvPr id="212" name="Google Shape;212;p47"/>
            <p:cNvGrpSpPr/>
            <p:nvPr/>
          </p:nvGrpSpPr>
          <p:grpSpPr>
            <a:xfrm>
              <a:off x="8130884" y="420564"/>
              <a:ext cx="777449" cy="404251"/>
              <a:chOff x="-794166" y="-3748111"/>
              <a:chExt cx="777449" cy="404251"/>
            </a:xfrm>
          </p:grpSpPr>
          <p:sp>
            <p:nvSpPr>
              <p:cNvPr id="213" name="Google Shape;213;p47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47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47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47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47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47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47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47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47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47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47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" name="Google Shape;224;p47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47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47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47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8" name="Google Shape;228;p47"/>
            <p:cNvSpPr/>
            <p:nvPr/>
          </p:nvSpPr>
          <p:spPr>
            <a:xfrm>
              <a:off x="1306975" y="43108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229" name="Google Shape;229;p47"/>
            <p:cNvSpPr/>
            <p:nvPr/>
          </p:nvSpPr>
          <p:spPr>
            <a:xfrm>
              <a:off x="219200" y="1462938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230" name="Google Shape;230;p47"/>
            <p:cNvSpPr/>
            <p:nvPr/>
          </p:nvSpPr>
          <p:spPr>
            <a:xfrm>
              <a:off x="5745250" y="4843388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231" name="Google Shape;231;p47"/>
            <p:cNvGrpSpPr/>
            <p:nvPr/>
          </p:nvGrpSpPr>
          <p:grpSpPr>
            <a:xfrm>
              <a:off x="-419328" y="335939"/>
              <a:ext cx="777449" cy="404251"/>
              <a:chOff x="-794166" y="-3748111"/>
              <a:chExt cx="777449" cy="404251"/>
            </a:xfrm>
          </p:grpSpPr>
          <p:sp>
            <p:nvSpPr>
              <p:cNvPr id="232" name="Google Shape;232;p47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47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47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47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47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47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47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47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47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47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47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47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47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47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47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7" name="Google Shape;247;p47"/>
            <p:cNvSpPr/>
            <p:nvPr/>
          </p:nvSpPr>
          <p:spPr>
            <a:xfrm>
              <a:off x="8584850" y="239738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8"/>
          <p:cNvSpPr txBox="1">
            <a:spLocks noGrp="1"/>
          </p:cNvSpPr>
          <p:nvPr>
            <p:ph type="title"/>
          </p:nvPr>
        </p:nvSpPr>
        <p:spPr>
          <a:xfrm>
            <a:off x="2241425" y="1606300"/>
            <a:ext cx="46611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0" name="Google Shape;250;p48"/>
          <p:cNvSpPr txBox="1">
            <a:spLocks noGrp="1"/>
          </p:cNvSpPr>
          <p:nvPr>
            <p:ph type="subTitle" idx="1"/>
          </p:nvPr>
        </p:nvSpPr>
        <p:spPr>
          <a:xfrm>
            <a:off x="2241475" y="2481800"/>
            <a:ext cx="4661100" cy="10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251" name="Google Shape;251;p48"/>
          <p:cNvGrpSpPr/>
          <p:nvPr/>
        </p:nvGrpSpPr>
        <p:grpSpPr>
          <a:xfrm flipH="1">
            <a:off x="307370" y="-89411"/>
            <a:ext cx="8468175" cy="5316751"/>
            <a:chOff x="377575" y="-89411"/>
            <a:chExt cx="8468175" cy="5316751"/>
          </a:xfrm>
        </p:grpSpPr>
        <p:grpSp>
          <p:nvGrpSpPr>
            <p:cNvPr id="252" name="Google Shape;252;p48"/>
            <p:cNvGrpSpPr/>
            <p:nvPr/>
          </p:nvGrpSpPr>
          <p:grpSpPr>
            <a:xfrm>
              <a:off x="6961909" y="-89411"/>
              <a:ext cx="777449" cy="404251"/>
              <a:chOff x="-794166" y="-3748111"/>
              <a:chExt cx="777449" cy="404251"/>
            </a:xfrm>
          </p:grpSpPr>
          <p:sp>
            <p:nvSpPr>
              <p:cNvPr id="253" name="Google Shape;253;p48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48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48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48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48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48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48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48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48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48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48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48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48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48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48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8" name="Google Shape;268;p48"/>
            <p:cNvSpPr/>
            <p:nvPr/>
          </p:nvSpPr>
          <p:spPr>
            <a:xfrm>
              <a:off x="1308675" y="257650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269" name="Google Shape;269;p48"/>
            <p:cNvSpPr/>
            <p:nvPr/>
          </p:nvSpPr>
          <p:spPr>
            <a:xfrm>
              <a:off x="8711950" y="1541813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270" name="Google Shape;270;p48"/>
            <p:cNvGrpSpPr/>
            <p:nvPr/>
          </p:nvGrpSpPr>
          <p:grpSpPr>
            <a:xfrm>
              <a:off x="4183284" y="4823089"/>
              <a:ext cx="777449" cy="404251"/>
              <a:chOff x="-794166" y="-3748111"/>
              <a:chExt cx="777449" cy="404251"/>
            </a:xfrm>
          </p:grpSpPr>
          <p:sp>
            <p:nvSpPr>
              <p:cNvPr id="271" name="Google Shape;271;p48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48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48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48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48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48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48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48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48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48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48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48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48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48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48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6" name="Google Shape;286;p48"/>
            <p:cNvSpPr/>
            <p:nvPr/>
          </p:nvSpPr>
          <p:spPr>
            <a:xfrm>
              <a:off x="377575" y="454158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grpSp>
        <p:nvGrpSpPr>
          <p:cNvPr id="287" name="Google Shape;287;p48"/>
          <p:cNvGrpSpPr/>
          <p:nvPr/>
        </p:nvGrpSpPr>
        <p:grpSpPr>
          <a:xfrm flipH="1">
            <a:off x="161500" y="1017714"/>
            <a:ext cx="9668321" cy="3985233"/>
            <a:chOff x="-676700" y="1017714"/>
            <a:chExt cx="9668321" cy="3985233"/>
          </a:xfrm>
        </p:grpSpPr>
        <p:sp>
          <p:nvSpPr>
            <p:cNvPr id="288" name="Google Shape;288;p48"/>
            <p:cNvSpPr/>
            <p:nvPr/>
          </p:nvSpPr>
          <p:spPr>
            <a:xfrm flipH="1">
              <a:off x="-676700" y="1017714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9" name="Google Shape;289;p48"/>
            <p:cNvGrpSpPr/>
            <p:nvPr/>
          </p:nvGrpSpPr>
          <p:grpSpPr>
            <a:xfrm>
              <a:off x="8494645" y="4504703"/>
              <a:ext cx="496976" cy="498244"/>
              <a:chOff x="-1591550" y="3597475"/>
              <a:chExt cx="293825" cy="294575"/>
            </a:xfrm>
          </p:grpSpPr>
          <p:sp>
            <p:nvSpPr>
              <p:cNvPr id="290" name="Google Shape;290;p48"/>
              <p:cNvSpPr/>
              <p:nvPr/>
            </p:nvSpPr>
            <p:spPr>
              <a:xfrm>
                <a:off x="-1509625" y="3597475"/>
                <a:ext cx="211900" cy="207150"/>
              </a:xfrm>
              <a:custGeom>
                <a:avLst/>
                <a:gdLst/>
                <a:ahLst/>
                <a:cxnLst/>
                <a:rect l="l" t="t" r="r" b="b"/>
                <a:pathLst>
                  <a:path w="8476" h="8286" extrusionOk="0">
                    <a:moveTo>
                      <a:pt x="6105" y="1"/>
                    </a:moveTo>
                    <a:cubicBezTo>
                      <a:pt x="6014" y="1"/>
                      <a:pt x="5916" y="39"/>
                      <a:pt x="5829" y="126"/>
                    </a:cubicBezTo>
                    <a:lnTo>
                      <a:pt x="3781" y="2205"/>
                    </a:lnTo>
                    <a:cubicBezTo>
                      <a:pt x="3718" y="2268"/>
                      <a:pt x="3655" y="2363"/>
                      <a:pt x="3655" y="2426"/>
                    </a:cubicBezTo>
                    <a:lnTo>
                      <a:pt x="3655" y="4253"/>
                    </a:lnTo>
                    <a:lnTo>
                      <a:pt x="1544" y="6332"/>
                    </a:lnTo>
                    <a:cubicBezTo>
                      <a:pt x="1400" y="6270"/>
                      <a:pt x="1256" y="6242"/>
                      <a:pt x="1119" y="6242"/>
                    </a:cubicBezTo>
                    <a:cubicBezTo>
                      <a:pt x="835" y="6242"/>
                      <a:pt x="580" y="6362"/>
                      <a:pt x="410" y="6553"/>
                    </a:cubicBezTo>
                    <a:cubicBezTo>
                      <a:pt x="0" y="6931"/>
                      <a:pt x="0" y="7592"/>
                      <a:pt x="410" y="8002"/>
                    </a:cubicBezTo>
                    <a:cubicBezTo>
                      <a:pt x="599" y="8191"/>
                      <a:pt x="859" y="8286"/>
                      <a:pt x="1123" y="8286"/>
                    </a:cubicBezTo>
                    <a:cubicBezTo>
                      <a:pt x="1387" y="8286"/>
                      <a:pt x="1655" y="8191"/>
                      <a:pt x="1859" y="8002"/>
                    </a:cubicBezTo>
                    <a:cubicBezTo>
                      <a:pt x="2174" y="7687"/>
                      <a:pt x="2206" y="7214"/>
                      <a:pt x="2048" y="6868"/>
                    </a:cubicBezTo>
                    <a:lnTo>
                      <a:pt x="4128" y="4757"/>
                    </a:lnTo>
                    <a:lnTo>
                      <a:pt x="5955" y="4757"/>
                    </a:lnTo>
                    <a:cubicBezTo>
                      <a:pt x="6018" y="4757"/>
                      <a:pt x="6144" y="4725"/>
                      <a:pt x="6175" y="4662"/>
                    </a:cubicBezTo>
                    <a:lnTo>
                      <a:pt x="8286" y="2552"/>
                    </a:lnTo>
                    <a:cubicBezTo>
                      <a:pt x="8475" y="2331"/>
                      <a:pt x="8349" y="1985"/>
                      <a:pt x="8034" y="1985"/>
                    </a:cubicBezTo>
                    <a:lnTo>
                      <a:pt x="6428" y="1985"/>
                    </a:lnTo>
                    <a:lnTo>
                      <a:pt x="6428" y="346"/>
                    </a:lnTo>
                    <a:cubicBezTo>
                      <a:pt x="6428" y="140"/>
                      <a:pt x="6278" y="1"/>
                      <a:pt x="61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48"/>
              <p:cNvSpPr/>
              <p:nvPr/>
            </p:nvSpPr>
            <p:spPr>
              <a:xfrm>
                <a:off x="-1541125" y="3719125"/>
                <a:ext cx="120525" cy="118275"/>
              </a:xfrm>
              <a:custGeom>
                <a:avLst/>
                <a:gdLst/>
                <a:ahLst/>
                <a:cxnLst/>
                <a:rect l="l" t="t" r="r" b="b"/>
                <a:pathLst>
                  <a:path w="4821" h="4731" extrusionOk="0">
                    <a:moveTo>
                      <a:pt x="2340" y="1"/>
                    </a:moveTo>
                    <a:cubicBezTo>
                      <a:pt x="1722" y="1"/>
                      <a:pt x="1163" y="241"/>
                      <a:pt x="725" y="679"/>
                    </a:cubicBezTo>
                    <a:cubicBezTo>
                      <a:pt x="284" y="1120"/>
                      <a:pt x="0" y="1750"/>
                      <a:pt x="0" y="2380"/>
                    </a:cubicBezTo>
                    <a:cubicBezTo>
                      <a:pt x="0" y="3943"/>
                      <a:pt x="1211" y="4731"/>
                      <a:pt x="2420" y="4731"/>
                    </a:cubicBezTo>
                    <a:cubicBezTo>
                      <a:pt x="3622" y="4731"/>
                      <a:pt x="4821" y="3951"/>
                      <a:pt x="4821" y="2380"/>
                    </a:cubicBezTo>
                    <a:cubicBezTo>
                      <a:pt x="4821" y="2096"/>
                      <a:pt x="4758" y="1844"/>
                      <a:pt x="4663" y="1592"/>
                    </a:cubicBezTo>
                    <a:lnTo>
                      <a:pt x="4096" y="2159"/>
                    </a:lnTo>
                    <a:cubicBezTo>
                      <a:pt x="4253" y="3199"/>
                      <a:pt x="3434" y="4081"/>
                      <a:pt x="2395" y="4081"/>
                    </a:cubicBezTo>
                    <a:cubicBezTo>
                      <a:pt x="882" y="4081"/>
                      <a:pt x="126" y="2222"/>
                      <a:pt x="1197" y="1151"/>
                    </a:cubicBezTo>
                    <a:cubicBezTo>
                      <a:pt x="1522" y="827"/>
                      <a:pt x="1984" y="665"/>
                      <a:pt x="2428" y="665"/>
                    </a:cubicBezTo>
                    <a:cubicBezTo>
                      <a:pt x="2501" y="665"/>
                      <a:pt x="2575" y="670"/>
                      <a:pt x="2647" y="679"/>
                    </a:cubicBezTo>
                    <a:lnTo>
                      <a:pt x="3182" y="143"/>
                    </a:lnTo>
                    <a:cubicBezTo>
                      <a:pt x="2894" y="47"/>
                      <a:pt x="2611" y="1"/>
                      <a:pt x="23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48"/>
              <p:cNvSpPr/>
              <p:nvPr/>
            </p:nvSpPr>
            <p:spPr>
              <a:xfrm>
                <a:off x="-1591550" y="3668825"/>
                <a:ext cx="222925" cy="223225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8929" extrusionOk="0">
                    <a:moveTo>
                      <a:pt x="4475" y="1"/>
                    </a:moveTo>
                    <a:cubicBezTo>
                      <a:pt x="3329" y="1"/>
                      <a:pt x="2187" y="454"/>
                      <a:pt x="1324" y="1336"/>
                    </a:cubicBezTo>
                    <a:cubicBezTo>
                      <a:pt x="474" y="2155"/>
                      <a:pt x="1" y="3289"/>
                      <a:pt x="1" y="4486"/>
                    </a:cubicBezTo>
                    <a:cubicBezTo>
                      <a:pt x="1" y="6912"/>
                      <a:pt x="2017" y="8929"/>
                      <a:pt x="4475" y="8929"/>
                    </a:cubicBezTo>
                    <a:cubicBezTo>
                      <a:pt x="6901" y="8929"/>
                      <a:pt x="8917" y="6912"/>
                      <a:pt x="8917" y="4486"/>
                    </a:cubicBezTo>
                    <a:cubicBezTo>
                      <a:pt x="8917" y="3604"/>
                      <a:pt x="8696" y="2817"/>
                      <a:pt x="8255" y="2124"/>
                    </a:cubicBezTo>
                    <a:cubicBezTo>
                      <a:pt x="8098" y="2218"/>
                      <a:pt x="7342" y="2943"/>
                      <a:pt x="7184" y="3100"/>
                    </a:cubicBezTo>
                    <a:cubicBezTo>
                      <a:pt x="8161" y="5148"/>
                      <a:pt x="6680" y="7511"/>
                      <a:pt x="4412" y="7511"/>
                    </a:cubicBezTo>
                    <a:cubicBezTo>
                      <a:pt x="1702" y="7511"/>
                      <a:pt x="316" y="4203"/>
                      <a:pt x="2269" y="2281"/>
                    </a:cubicBezTo>
                    <a:cubicBezTo>
                      <a:pt x="2869" y="1681"/>
                      <a:pt x="3659" y="1373"/>
                      <a:pt x="4447" y="1373"/>
                    </a:cubicBezTo>
                    <a:cubicBezTo>
                      <a:pt x="4900" y="1373"/>
                      <a:pt x="5352" y="1475"/>
                      <a:pt x="5766" y="1682"/>
                    </a:cubicBezTo>
                    <a:cubicBezTo>
                      <a:pt x="5924" y="1525"/>
                      <a:pt x="6617" y="800"/>
                      <a:pt x="6838" y="706"/>
                    </a:cubicBezTo>
                    <a:cubicBezTo>
                      <a:pt x="6115" y="233"/>
                      <a:pt x="5294" y="1"/>
                      <a:pt x="447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9"/>
          <p:cNvSpPr txBox="1">
            <a:spLocks noGrp="1"/>
          </p:cNvSpPr>
          <p:nvPr>
            <p:ph type="title"/>
          </p:nvPr>
        </p:nvSpPr>
        <p:spPr>
          <a:xfrm>
            <a:off x="1779300" y="4038275"/>
            <a:ext cx="55854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0"/>
          <p:cNvSpPr txBox="1">
            <a:spLocks noGrp="1"/>
          </p:cNvSpPr>
          <p:nvPr>
            <p:ph type="title" hasCustomPrompt="1"/>
          </p:nvPr>
        </p:nvSpPr>
        <p:spPr>
          <a:xfrm>
            <a:off x="2654075" y="1685350"/>
            <a:ext cx="38358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97" name="Google Shape;297;p50"/>
          <p:cNvSpPr txBox="1">
            <a:spLocks noGrp="1"/>
          </p:cNvSpPr>
          <p:nvPr>
            <p:ph type="subTitle" idx="1"/>
          </p:nvPr>
        </p:nvSpPr>
        <p:spPr>
          <a:xfrm>
            <a:off x="2654075" y="2855049"/>
            <a:ext cx="3835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98" name="Google Shape;298;p50"/>
          <p:cNvSpPr/>
          <p:nvPr/>
        </p:nvSpPr>
        <p:spPr>
          <a:xfrm flipH="1">
            <a:off x="7234931" y="4419987"/>
            <a:ext cx="1901041" cy="488051"/>
          </a:xfrm>
          <a:custGeom>
            <a:avLst/>
            <a:gdLst/>
            <a:ahLst/>
            <a:cxnLst/>
            <a:rect l="l" t="t" r="r" b="b"/>
            <a:pathLst>
              <a:path w="2993765" h="768585" extrusionOk="0">
                <a:moveTo>
                  <a:pt x="2870296" y="257166"/>
                </a:moveTo>
                <a:lnTo>
                  <a:pt x="1714690" y="257166"/>
                </a:lnTo>
                <a:cubicBezTo>
                  <a:pt x="1643658" y="257166"/>
                  <a:pt x="1586138" y="314748"/>
                  <a:pt x="1586138" y="385718"/>
                </a:cubicBezTo>
                <a:cubicBezTo>
                  <a:pt x="1586138" y="456689"/>
                  <a:pt x="1643720" y="514271"/>
                  <a:pt x="1714690" y="514271"/>
                </a:cubicBezTo>
                <a:lnTo>
                  <a:pt x="2011649" y="514271"/>
                </a:lnTo>
                <a:cubicBezTo>
                  <a:pt x="2082681" y="514271"/>
                  <a:pt x="2140201" y="571853"/>
                  <a:pt x="2140201" y="642823"/>
                </a:cubicBezTo>
                <a:lnTo>
                  <a:pt x="2140201" y="642823"/>
                </a:lnTo>
                <a:cubicBezTo>
                  <a:pt x="2140201" y="713855"/>
                  <a:pt x="2082619" y="771375"/>
                  <a:pt x="2011649" y="771375"/>
                </a:cubicBezTo>
                <a:lnTo>
                  <a:pt x="0" y="771375"/>
                </a:lnTo>
                <a:lnTo>
                  <a:pt x="0" y="0"/>
                </a:lnTo>
                <a:lnTo>
                  <a:pt x="2870296" y="0"/>
                </a:lnTo>
                <a:cubicBezTo>
                  <a:pt x="2941328" y="0"/>
                  <a:pt x="2998848" y="57582"/>
                  <a:pt x="2998848" y="128552"/>
                </a:cubicBezTo>
                <a:cubicBezTo>
                  <a:pt x="2998848" y="199522"/>
                  <a:pt x="2941266" y="257104"/>
                  <a:pt x="2870296" y="25710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9" name="Google Shape;299;p50"/>
          <p:cNvGrpSpPr/>
          <p:nvPr/>
        </p:nvGrpSpPr>
        <p:grpSpPr>
          <a:xfrm>
            <a:off x="-287011" y="335939"/>
            <a:ext cx="9327662" cy="4572549"/>
            <a:chOff x="-287011" y="335939"/>
            <a:chExt cx="9327662" cy="4572549"/>
          </a:xfrm>
        </p:grpSpPr>
        <p:grpSp>
          <p:nvGrpSpPr>
            <p:cNvPr id="300" name="Google Shape;300;p50"/>
            <p:cNvGrpSpPr/>
            <p:nvPr/>
          </p:nvGrpSpPr>
          <p:grpSpPr>
            <a:xfrm flipH="1">
              <a:off x="-287011" y="420564"/>
              <a:ext cx="777449" cy="404251"/>
              <a:chOff x="-794166" y="-3748111"/>
              <a:chExt cx="777449" cy="404251"/>
            </a:xfrm>
          </p:grpSpPr>
          <p:sp>
            <p:nvSpPr>
              <p:cNvPr id="301" name="Google Shape;301;p50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50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50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50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" name="Google Shape;305;p50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p50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50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50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50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50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50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p50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313;p50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50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" name="Google Shape;315;p50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6" name="Google Shape;316;p50"/>
            <p:cNvSpPr/>
            <p:nvPr/>
          </p:nvSpPr>
          <p:spPr>
            <a:xfrm flipH="1">
              <a:off x="7180547" y="43108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317" name="Google Shape;317;p50"/>
            <p:cNvSpPr/>
            <p:nvPr/>
          </p:nvSpPr>
          <p:spPr>
            <a:xfrm flipH="1">
              <a:off x="2810972" y="4843388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318" name="Google Shape;318;p50"/>
            <p:cNvGrpSpPr/>
            <p:nvPr/>
          </p:nvGrpSpPr>
          <p:grpSpPr>
            <a:xfrm flipH="1">
              <a:off x="8263202" y="335939"/>
              <a:ext cx="777449" cy="404251"/>
              <a:chOff x="-794166" y="-3748111"/>
              <a:chExt cx="777449" cy="404251"/>
            </a:xfrm>
          </p:grpSpPr>
          <p:sp>
            <p:nvSpPr>
              <p:cNvPr id="319" name="Google Shape;319;p50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50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50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50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50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50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50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50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50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50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50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50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p50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50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50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52"/>
          <p:cNvSpPr txBox="1">
            <a:spLocks noGrp="1"/>
          </p:cNvSpPr>
          <p:nvPr>
            <p:ph type="title" idx="2"/>
          </p:nvPr>
        </p:nvSpPr>
        <p:spPr>
          <a:xfrm>
            <a:off x="1505375" y="1541483"/>
            <a:ext cx="734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38" name="Google Shape;338;p52"/>
          <p:cNvSpPr txBox="1">
            <a:spLocks noGrp="1"/>
          </p:cNvSpPr>
          <p:nvPr>
            <p:ph type="title" idx="3"/>
          </p:nvPr>
        </p:nvSpPr>
        <p:spPr>
          <a:xfrm>
            <a:off x="1505375" y="3138391"/>
            <a:ext cx="734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39" name="Google Shape;339;p52"/>
          <p:cNvSpPr txBox="1">
            <a:spLocks noGrp="1"/>
          </p:cNvSpPr>
          <p:nvPr>
            <p:ph type="title" idx="4"/>
          </p:nvPr>
        </p:nvSpPr>
        <p:spPr>
          <a:xfrm>
            <a:off x="4204650" y="1541483"/>
            <a:ext cx="734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40" name="Google Shape;340;p52"/>
          <p:cNvSpPr txBox="1">
            <a:spLocks noGrp="1"/>
          </p:cNvSpPr>
          <p:nvPr>
            <p:ph type="title" idx="5"/>
          </p:nvPr>
        </p:nvSpPr>
        <p:spPr>
          <a:xfrm>
            <a:off x="4204650" y="3110541"/>
            <a:ext cx="734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41" name="Google Shape;341;p52"/>
          <p:cNvSpPr txBox="1">
            <a:spLocks noGrp="1"/>
          </p:cNvSpPr>
          <p:nvPr>
            <p:ph type="title" idx="6"/>
          </p:nvPr>
        </p:nvSpPr>
        <p:spPr>
          <a:xfrm>
            <a:off x="6903925" y="1541483"/>
            <a:ext cx="734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42" name="Google Shape;342;p52"/>
          <p:cNvSpPr txBox="1">
            <a:spLocks noGrp="1"/>
          </p:cNvSpPr>
          <p:nvPr>
            <p:ph type="title" idx="7"/>
          </p:nvPr>
        </p:nvSpPr>
        <p:spPr>
          <a:xfrm>
            <a:off x="6903925" y="3110541"/>
            <a:ext cx="734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43" name="Google Shape;343;p52"/>
          <p:cNvSpPr txBox="1">
            <a:spLocks noGrp="1"/>
          </p:cNvSpPr>
          <p:nvPr>
            <p:ph type="subTitle" idx="1"/>
          </p:nvPr>
        </p:nvSpPr>
        <p:spPr>
          <a:xfrm>
            <a:off x="719975" y="2145100"/>
            <a:ext cx="230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44" name="Google Shape;344;p52"/>
          <p:cNvSpPr txBox="1">
            <a:spLocks noGrp="1"/>
          </p:cNvSpPr>
          <p:nvPr>
            <p:ph type="subTitle" idx="8"/>
          </p:nvPr>
        </p:nvSpPr>
        <p:spPr>
          <a:xfrm>
            <a:off x="3419250" y="2145100"/>
            <a:ext cx="230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45" name="Google Shape;345;p52"/>
          <p:cNvSpPr txBox="1">
            <a:spLocks noGrp="1"/>
          </p:cNvSpPr>
          <p:nvPr>
            <p:ph type="subTitle" idx="9"/>
          </p:nvPr>
        </p:nvSpPr>
        <p:spPr>
          <a:xfrm>
            <a:off x="6118525" y="2145100"/>
            <a:ext cx="230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46" name="Google Shape;346;p52"/>
          <p:cNvSpPr txBox="1">
            <a:spLocks noGrp="1"/>
          </p:cNvSpPr>
          <p:nvPr>
            <p:ph type="subTitle" idx="13"/>
          </p:nvPr>
        </p:nvSpPr>
        <p:spPr>
          <a:xfrm>
            <a:off x="719975" y="3714300"/>
            <a:ext cx="230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47" name="Google Shape;347;p52"/>
          <p:cNvSpPr txBox="1">
            <a:spLocks noGrp="1"/>
          </p:cNvSpPr>
          <p:nvPr>
            <p:ph type="subTitle" idx="14"/>
          </p:nvPr>
        </p:nvSpPr>
        <p:spPr>
          <a:xfrm>
            <a:off x="3419250" y="3714300"/>
            <a:ext cx="230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48" name="Google Shape;348;p52"/>
          <p:cNvSpPr txBox="1">
            <a:spLocks noGrp="1"/>
          </p:cNvSpPr>
          <p:nvPr>
            <p:ph type="subTitle" idx="15"/>
          </p:nvPr>
        </p:nvSpPr>
        <p:spPr>
          <a:xfrm>
            <a:off x="6118525" y="3714300"/>
            <a:ext cx="230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349" name="Google Shape;349;p52"/>
          <p:cNvGrpSpPr/>
          <p:nvPr/>
        </p:nvGrpSpPr>
        <p:grpSpPr>
          <a:xfrm>
            <a:off x="-419329" y="232713"/>
            <a:ext cx="9265491" cy="4776950"/>
            <a:chOff x="-419328" y="232713"/>
            <a:chExt cx="9265491" cy="4776950"/>
          </a:xfrm>
        </p:grpSpPr>
        <p:sp>
          <p:nvSpPr>
            <p:cNvPr id="350" name="Google Shape;350;p52"/>
            <p:cNvSpPr/>
            <p:nvPr/>
          </p:nvSpPr>
          <p:spPr>
            <a:xfrm>
              <a:off x="1426000" y="232713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351" name="Google Shape;351;p52"/>
            <p:cNvGrpSpPr/>
            <p:nvPr/>
          </p:nvGrpSpPr>
          <p:grpSpPr>
            <a:xfrm>
              <a:off x="-419328" y="4471614"/>
              <a:ext cx="777449" cy="404251"/>
              <a:chOff x="-794166" y="-3748111"/>
              <a:chExt cx="777449" cy="404251"/>
            </a:xfrm>
          </p:grpSpPr>
          <p:sp>
            <p:nvSpPr>
              <p:cNvPr id="352" name="Google Shape;352;p52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52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52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" name="Google Shape;355;p52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52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52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52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" name="Google Shape;359;p52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p52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52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52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52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52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52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52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7" name="Google Shape;367;p52"/>
            <p:cNvSpPr/>
            <p:nvPr/>
          </p:nvSpPr>
          <p:spPr>
            <a:xfrm>
              <a:off x="8337975" y="4875863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368" name="Google Shape;368;p52"/>
            <p:cNvSpPr/>
            <p:nvPr/>
          </p:nvSpPr>
          <p:spPr>
            <a:xfrm>
              <a:off x="8781063" y="4641200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grpSp>
        <p:nvGrpSpPr>
          <p:cNvPr id="369" name="Google Shape;369;p52"/>
          <p:cNvGrpSpPr/>
          <p:nvPr/>
        </p:nvGrpSpPr>
        <p:grpSpPr>
          <a:xfrm>
            <a:off x="-612553" y="154214"/>
            <a:ext cx="10331289" cy="5012473"/>
            <a:chOff x="-612553" y="154214"/>
            <a:chExt cx="10331289" cy="5012473"/>
          </a:xfrm>
        </p:grpSpPr>
        <p:sp>
          <p:nvSpPr>
            <p:cNvPr id="370" name="Google Shape;370;p52"/>
            <p:cNvSpPr/>
            <p:nvPr/>
          </p:nvSpPr>
          <p:spPr>
            <a:xfrm>
              <a:off x="-612553" y="1091763"/>
              <a:ext cx="1571727" cy="403507"/>
            </a:xfrm>
            <a:custGeom>
              <a:avLst/>
              <a:gdLst/>
              <a:ahLst/>
              <a:cxnLst/>
              <a:rect l="l" t="t" r="r" b="b"/>
              <a:pathLst>
                <a:path w="2993765" h="768585" extrusionOk="0">
                  <a:moveTo>
                    <a:pt x="2870296" y="257166"/>
                  </a:moveTo>
                  <a:lnTo>
                    <a:pt x="1714690" y="257166"/>
                  </a:lnTo>
                  <a:cubicBezTo>
                    <a:pt x="1643658" y="257166"/>
                    <a:pt x="1586138" y="314748"/>
                    <a:pt x="1586138" y="385718"/>
                  </a:cubicBezTo>
                  <a:cubicBezTo>
                    <a:pt x="1586138" y="456689"/>
                    <a:pt x="1643720" y="514271"/>
                    <a:pt x="1714690" y="514271"/>
                  </a:cubicBezTo>
                  <a:lnTo>
                    <a:pt x="2011649" y="514271"/>
                  </a:lnTo>
                  <a:cubicBezTo>
                    <a:pt x="2082681" y="514271"/>
                    <a:pt x="2140201" y="571853"/>
                    <a:pt x="2140201" y="642823"/>
                  </a:cubicBezTo>
                  <a:lnTo>
                    <a:pt x="2140201" y="642823"/>
                  </a:lnTo>
                  <a:cubicBezTo>
                    <a:pt x="2140201" y="713855"/>
                    <a:pt x="2082619" y="771375"/>
                    <a:pt x="2011649" y="771375"/>
                  </a:cubicBezTo>
                  <a:lnTo>
                    <a:pt x="0" y="771375"/>
                  </a:lnTo>
                  <a:lnTo>
                    <a:pt x="0" y="0"/>
                  </a:lnTo>
                  <a:lnTo>
                    <a:pt x="2870296" y="0"/>
                  </a:lnTo>
                  <a:cubicBezTo>
                    <a:pt x="2941328" y="0"/>
                    <a:pt x="2998848" y="57582"/>
                    <a:pt x="2998848" y="128552"/>
                  </a:cubicBezTo>
                  <a:cubicBezTo>
                    <a:pt x="2998848" y="199522"/>
                    <a:pt x="2941266" y="257104"/>
                    <a:pt x="2870296" y="257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52"/>
            <p:cNvSpPr/>
            <p:nvPr/>
          </p:nvSpPr>
          <p:spPr>
            <a:xfrm flipH="1">
              <a:off x="8213300" y="154214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2" name="Google Shape;372;p52"/>
            <p:cNvGrpSpPr/>
            <p:nvPr/>
          </p:nvGrpSpPr>
          <p:grpSpPr>
            <a:xfrm rot="-1270422">
              <a:off x="2125374" y="4609456"/>
              <a:ext cx="545695" cy="371343"/>
              <a:chOff x="-1951475" y="3273100"/>
              <a:chExt cx="291875" cy="222775"/>
            </a:xfrm>
          </p:grpSpPr>
          <p:sp>
            <p:nvSpPr>
              <p:cNvPr id="373" name="Google Shape;373;p52"/>
              <p:cNvSpPr/>
              <p:nvPr/>
            </p:nvSpPr>
            <p:spPr>
              <a:xfrm>
                <a:off x="-1951475" y="3325050"/>
                <a:ext cx="51225" cy="119250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4770" extrusionOk="0">
                    <a:moveTo>
                      <a:pt x="1033" y="0"/>
                    </a:moveTo>
                    <a:cubicBezTo>
                      <a:pt x="518" y="0"/>
                      <a:pt x="0" y="339"/>
                      <a:pt x="0" y="1004"/>
                    </a:cubicBezTo>
                    <a:lnTo>
                      <a:pt x="0" y="3777"/>
                    </a:lnTo>
                    <a:cubicBezTo>
                      <a:pt x="0" y="4438"/>
                      <a:pt x="512" y="4769"/>
                      <a:pt x="1024" y="4769"/>
                    </a:cubicBezTo>
                    <a:cubicBezTo>
                      <a:pt x="1536" y="4769"/>
                      <a:pt x="2048" y="4438"/>
                      <a:pt x="2048" y="3777"/>
                    </a:cubicBezTo>
                    <a:lnTo>
                      <a:pt x="2048" y="1004"/>
                    </a:lnTo>
                    <a:cubicBezTo>
                      <a:pt x="2048" y="331"/>
                      <a:pt x="1542" y="0"/>
                      <a:pt x="10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52"/>
              <p:cNvSpPr/>
              <p:nvPr/>
            </p:nvSpPr>
            <p:spPr>
              <a:xfrm>
                <a:off x="-1711250" y="3273100"/>
                <a:ext cx="51650" cy="221725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8869" extrusionOk="0">
                    <a:moveTo>
                      <a:pt x="1027" y="0"/>
                    </a:moveTo>
                    <a:cubicBezTo>
                      <a:pt x="608" y="0"/>
                      <a:pt x="186" y="229"/>
                      <a:pt x="32" y="719"/>
                    </a:cubicBezTo>
                    <a:cubicBezTo>
                      <a:pt x="0" y="814"/>
                      <a:pt x="0" y="940"/>
                      <a:pt x="0" y="1003"/>
                    </a:cubicBezTo>
                    <a:lnTo>
                      <a:pt x="0" y="7871"/>
                    </a:lnTo>
                    <a:cubicBezTo>
                      <a:pt x="0" y="7934"/>
                      <a:pt x="0" y="8060"/>
                      <a:pt x="32" y="8123"/>
                    </a:cubicBezTo>
                    <a:cubicBezTo>
                      <a:pt x="173" y="8632"/>
                      <a:pt x="594" y="8869"/>
                      <a:pt x="1015" y="8869"/>
                    </a:cubicBezTo>
                    <a:cubicBezTo>
                      <a:pt x="1532" y="8869"/>
                      <a:pt x="2048" y="8513"/>
                      <a:pt x="2048" y="7871"/>
                    </a:cubicBezTo>
                    <a:lnTo>
                      <a:pt x="2048" y="1003"/>
                    </a:lnTo>
                    <a:cubicBezTo>
                      <a:pt x="2066" y="356"/>
                      <a:pt x="1549" y="0"/>
                      <a:pt x="10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52"/>
              <p:cNvSpPr/>
              <p:nvPr/>
            </p:nvSpPr>
            <p:spPr>
              <a:xfrm>
                <a:off x="-1886900" y="3296575"/>
                <a:ext cx="156775" cy="199300"/>
              </a:xfrm>
              <a:custGeom>
                <a:avLst/>
                <a:gdLst/>
                <a:ahLst/>
                <a:cxnLst/>
                <a:rect l="l" t="t" r="r" b="b"/>
                <a:pathLst>
                  <a:path w="6271" h="7972" extrusionOk="0">
                    <a:moveTo>
                      <a:pt x="851" y="5672"/>
                    </a:moveTo>
                    <a:lnTo>
                      <a:pt x="3466" y="6333"/>
                    </a:lnTo>
                    <a:cubicBezTo>
                      <a:pt x="3277" y="6869"/>
                      <a:pt x="2773" y="7279"/>
                      <a:pt x="2174" y="7279"/>
                    </a:cubicBezTo>
                    <a:cubicBezTo>
                      <a:pt x="1418" y="7279"/>
                      <a:pt x="788" y="6648"/>
                      <a:pt x="788" y="5892"/>
                    </a:cubicBezTo>
                    <a:cubicBezTo>
                      <a:pt x="851" y="5798"/>
                      <a:pt x="851" y="5735"/>
                      <a:pt x="851" y="5672"/>
                    </a:cubicBezTo>
                    <a:close/>
                    <a:moveTo>
                      <a:pt x="6270" y="1"/>
                    </a:moveTo>
                    <a:lnTo>
                      <a:pt x="1" y="1576"/>
                    </a:lnTo>
                    <a:cubicBezTo>
                      <a:pt x="95" y="1734"/>
                      <a:pt x="127" y="1923"/>
                      <a:pt x="127" y="2143"/>
                    </a:cubicBezTo>
                    <a:lnTo>
                      <a:pt x="127" y="4916"/>
                    </a:lnTo>
                    <a:cubicBezTo>
                      <a:pt x="127" y="5105"/>
                      <a:pt x="95" y="5294"/>
                      <a:pt x="1" y="5514"/>
                    </a:cubicBezTo>
                    <a:lnTo>
                      <a:pt x="158" y="5546"/>
                    </a:lnTo>
                    <a:cubicBezTo>
                      <a:pt x="127" y="5672"/>
                      <a:pt x="127" y="5829"/>
                      <a:pt x="127" y="5924"/>
                    </a:cubicBezTo>
                    <a:cubicBezTo>
                      <a:pt x="127" y="7090"/>
                      <a:pt x="1040" y="7972"/>
                      <a:pt x="2174" y="7972"/>
                    </a:cubicBezTo>
                    <a:cubicBezTo>
                      <a:pt x="3120" y="7972"/>
                      <a:pt x="3907" y="7405"/>
                      <a:pt x="4159" y="6522"/>
                    </a:cubicBezTo>
                    <a:lnTo>
                      <a:pt x="6270" y="7090"/>
                    </a:lnTo>
                    <a:lnTo>
                      <a:pt x="6270" y="5672"/>
                    </a:lnTo>
                    <a:lnTo>
                      <a:pt x="6270" y="2238"/>
                    </a:lnTo>
                    <a:lnTo>
                      <a:pt x="627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6" name="Google Shape;376;p52"/>
            <p:cNvSpPr/>
            <p:nvPr/>
          </p:nvSpPr>
          <p:spPr>
            <a:xfrm flipH="1">
              <a:off x="5398500" y="4875864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BLANK_1_1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grpSp>
        <p:nvGrpSpPr>
          <p:cNvPr id="379" name="Google Shape;379;p53"/>
          <p:cNvGrpSpPr/>
          <p:nvPr/>
        </p:nvGrpSpPr>
        <p:grpSpPr>
          <a:xfrm>
            <a:off x="139425" y="-89411"/>
            <a:ext cx="8208950" cy="5190349"/>
            <a:chOff x="139425" y="-89411"/>
            <a:chExt cx="8208950" cy="5190349"/>
          </a:xfrm>
        </p:grpSpPr>
        <p:sp>
          <p:nvSpPr>
            <p:cNvPr id="380" name="Google Shape;380;p53"/>
            <p:cNvSpPr/>
            <p:nvPr/>
          </p:nvSpPr>
          <p:spPr>
            <a:xfrm>
              <a:off x="139425" y="121528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381" name="Google Shape;381;p53"/>
            <p:cNvGrpSpPr/>
            <p:nvPr/>
          </p:nvGrpSpPr>
          <p:grpSpPr>
            <a:xfrm>
              <a:off x="498509" y="-89411"/>
              <a:ext cx="777449" cy="404251"/>
              <a:chOff x="-794166" y="-3748111"/>
              <a:chExt cx="777449" cy="404251"/>
            </a:xfrm>
          </p:grpSpPr>
          <p:sp>
            <p:nvSpPr>
              <p:cNvPr id="382" name="Google Shape;382;p53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" name="Google Shape;383;p53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" name="Google Shape;384;p53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p53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" name="Google Shape;386;p53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53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53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" name="Google Shape;389;p53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" name="Google Shape;390;p53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" name="Google Shape;391;p53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392;p53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" name="Google Shape;393;p53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" name="Google Shape;394;p53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" name="Google Shape;395;p53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p53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97" name="Google Shape;397;p53"/>
            <p:cNvSpPr/>
            <p:nvPr/>
          </p:nvSpPr>
          <p:spPr>
            <a:xfrm>
              <a:off x="8214575" y="18103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398" name="Google Shape;398;p53"/>
            <p:cNvSpPr/>
            <p:nvPr/>
          </p:nvSpPr>
          <p:spPr>
            <a:xfrm>
              <a:off x="3354800" y="5001500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399" name="Google Shape;399;p53"/>
            <p:cNvSpPr/>
            <p:nvPr/>
          </p:nvSpPr>
          <p:spPr>
            <a:xfrm>
              <a:off x="7759425" y="496713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grpSp>
        <p:nvGrpSpPr>
          <p:cNvPr id="400" name="Google Shape;400;p53"/>
          <p:cNvGrpSpPr/>
          <p:nvPr/>
        </p:nvGrpSpPr>
        <p:grpSpPr>
          <a:xfrm>
            <a:off x="-2083378" y="2294373"/>
            <a:ext cx="11493752" cy="2897777"/>
            <a:chOff x="-2083378" y="2294373"/>
            <a:chExt cx="11493752" cy="2897777"/>
          </a:xfrm>
        </p:grpSpPr>
        <p:sp>
          <p:nvSpPr>
            <p:cNvPr id="401" name="Google Shape;401;p53"/>
            <p:cNvSpPr/>
            <p:nvPr/>
          </p:nvSpPr>
          <p:spPr>
            <a:xfrm rot="10800000">
              <a:off x="8287712" y="4731841"/>
              <a:ext cx="1122662" cy="288219"/>
            </a:xfrm>
            <a:custGeom>
              <a:avLst/>
              <a:gdLst/>
              <a:ahLst/>
              <a:cxnLst/>
              <a:rect l="l" t="t" r="r" b="b"/>
              <a:pathLst>
                <a:path w="2993765" h="768585" extrusionOk="0">
                  <a:moveTo>
                    <a:pt x="2870296" y="257166"/>
                  </a:moveTo>
                  <a:lnTo>
                    <a:pt x="1714690" y="257166"/>
                  </a:lnTo>
                  <a:cubicBezTo>
                    <a:pt x="1643658" y="257166"/>
                    <a:pt x="1586138" y="314748"/>
                    <a:pt x="1586138" y="385718"/>
                  </a:cubicBezTo>
                  <a:cubicBezTo>
                    <a:pt x="1586138" y="456689"/>
                    <a:pt x="1643720" y="514271"/>
                    <a:pt x="1714690" y="514271"/>
                  </a:cubicBezTo>
                  <a:lnTo>
                    <a:pt x="2011649" y="514271"/>
                  </a:lnTo>
                  <a:cubicBezTo>
                    <a:pt x="2082681" y="514271"/>
                    <a:pt x="2140201" y="571853"/>
                    <a:pt x="2140201" y="642823"/>
                  </a:cubicBezTo>
                  <a:lnTo>
                    <a:pt x="2140201" y="642823"/>
                  </a:lnTo>
                  <a:cubicBezTo>
                    <a:pt x="2140201" y="713855"/>
                    <a:pt x="2082619" y="771375"/>
                    <a:pt x="2011649" y="771375"/>
                  </a:cubicBezTo>
                  <a:lnTo>
                    <a:pt x="0" y="771375"/>
                  </a:lnTo>
                  <a:lnTo>
                    <a:pt x="0" y="0"/>
                  </a:lnTo>
                  <a:lnTo>
                    <a:pt x="2870296" y="0"/>
                  </a:lnTo>
                  <a:cubicBezTo>
                    <a:pt x="2941328" y="0"/>
                    <a:pt x="2998848" y="57582"/>
                    <a:pt x="2998848" y="128552"/>
                  </a:cubicBezTo>
                  <a:cubicBezTo>
                    <a:pt x="2998848" y="199522"/>
                    <a:pt x="2941266" y="257104"/>
                    <a:pt x="2870296" y="257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53"/>
            <p:cNvSpPr/>
            <p:nvPr/>
          </p:nvSpPr>
          <p:spPr>
            <a:xfrm>
              <a:off x="-2083378" y="4875950"/>
              <a:ext cx="3470100" cy="31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403" name="Google Shape;403;p53"/>
            <p:cNvGrpSpPr/>
            <p:nvPr/>
          </p:nvGrpSpPr>
          <p:grpSpPr>
            <a:xfrm>
              <a:off x="8896092" y="2294373"/>
              <a:ext cx="495830" cy="491822"/>
              <a:chOff x="-4475825" y="3612425"/>
              <a:chExt cx="293825" cy="291450"/>
            </a:xfrm>
          </p:grpSpPr>
          <p:sp>
            <p:nvSpPr>
              <p:cNvPr id="404" name="Google Shape;404;p53"/>
              <p:cNvSpPr/>
              <p:nvPr/>
            </p:nvSpPr>
            <p:spPr>
              <a:xfrm>
                <a:off x="-4349800" y="3664400"/>
                <a:ext cx="34675" cy="33100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1324" extrusionOk="0">
                    <a:moveTo>
                      <a:pt x="694" y="1"/>
                    </a:moveTo>
                    <a:cubicBezTo>
                      <a:pt x="347" y="1"/>
                      <a:pt x="32" y="316"/>
                      <a:pt x="32" y="662"/>
                    </a:cubicBezTo>
                    <a:cubicBezTo>
                      <a:pt x="1" y="1040"/>
                      <a:pt x="316" y="1324"/>
                      <a:pt x="694" y="1324"/>
                    </a:cubicBezTo>
                    <a:cubicBezTo>
                      <a:pt x="1103" y="1324"/>
                      <a:pt x="1387" y="1009"/>
                      <a:pt x="1387" y="662"/>
                    </a:cubicBezTo>
                    <a:cubicBezTo>
                      <a:pt x="1387" y="284"/>
                      <a:pt x="1072" y="1"/>
                      <a:pt x="6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53"/>
              <p:cNvSpPr/>
              <p:nvPr/>
            </p:nvSpPr>
            <p:spPr>
              <a:xfrm>
                <a:off x="-4366325" y="3714800"/>
                <a:ext cx="68525" cy="34700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388" extrusionOk="0">
                    <a:moveTo>
                      <a:pt x="1008" y="1"/>
                    </a:moveTo>
                    <a:cubicBezTo>
                      <a:pt x="473" y="1"/>
                      <a:pt x="0" y="474"/>
                      <a:pt x="0" y="1009"/>
                    </a:cubicBezTo>
                    <a:lnTo>
                      <a:pt x="0" y="1387"/>
                    </a:lnTo>
                    <a:lnTo>
                      <a:pt x="2741" y="1387"/>
                    </a:lnTo>
                    <a:lnTo>
                      <a:pt x="2741" y="1009"/>
                    </a:lnTo>
                    <a:cubicBezTo>
                      <a:pt x="2741" y="474"/>
                      <a:pt x="2268" y="1"/>
                      <a:pt x="16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53"/>
              <p:cNvSpPr/>
              <p:nvPr/>
            </p:nvSpPr>
            <p:spPr>
              <a:xfrm>
                <a:off x="-4475825" y="3612425"/>
                <a:ext cx="293825" cy="291450"/>
              </a:xfrm>
              <a:custGeom>
                <a:avLst/>
                <a:gdLst/>
                <a:ahLst/>
                <a:cxnLst/>
                <a:rect l="l" t="t" r="r" b="b"/>
                <a:pathLst>
                  <a:path w="11753" h="11658" extrusionOk="0">
                    <a:moveTo>
                      <a:pt x="5703" y="1324"/>
                    </a:moveTo>
                    <a:cubicBezTo>
                      <a:pt x="6459" y="1324"/>
                      <a:pt x="7089" y="1954"/>
                      <a:pt x="7089" y="2710"/>
                    </a:cubicBezTo>
                    <a:cubicBezTo>
                      <a:pt x="7089" y="3025"/>
                      <a:pt x="6963" y="3340"/>
                      <a:pt x="6774" y="3592"/>
                    </a:cubicBezTo>
                    <a:cubicBezTo>
                      <a:pt x="7373" y="3844"/>
                      <a:pt x="7751" y="4443"/>
                      <a:pt x="7751" y="5104"/>
                    </a:cubicBezTo>
                    <a:lnTo>
                      <a:pt x="7751" y="5766"/>
                    </a:lnTo>
                    <a:lnTo>
                      <a:pt x="7783" y="5766"/>
                    </a:lnTo>
                    <a:cubicBezTo>
                      <a:pt x="7783" y="5986"/>
                      <a:pt x="7625" y="6144"/>
                      <a:pt x="7436" y="6144"/>
                    </a:cubicBezTo>
                    <a:lnTo>
                      <a:pt x="4002" y="6144"/>
                    </a:lnTo>
                    <a:cubicBezTo>
                      <a:pt x="3813" y="6144"/>
                      <a:pt x="3655" y="5986"/>
                      <a:pt x="3655" y="5766"/>
                    </a:cubicBezTo>
                    <a:lnTo>
                      <a:pt x="3655" y="5104"/>
                    </a:lnTo>
                    <a:cubicBezTo>
                      <a:pt x="3655" y="4443"/>
                      <a:pt x="4065" y="3844"/>
                      <a:pt x="4664" y="3592"/>
                    </a:cubicBezTo>
                    <a:cubicBezTo>
                      <a:pt x="4443" y="3340"/>
                      <a:pt x="4348" y="3056"/>
                      <a:pt x="4348" y="2710"/>
                    </a:cubicBezTo>
                    <a:cubicBezTo>
                      <a:pt x="4348" y="1954"/>
                      <a:pt x="4979" y="1324"/>
                      <a:pt x="5703" y="1324"/>
                    </a:cubicBezTo>
                    <a:close/>
                    <a:moveTo>
                      <a:pt x="5798" y="0"/>
                    </a:moveTo>
                    <a:cubicBezTo>
                      <a:pt x="3561" y="0"/>
                      <a:pt x="1702" y="1859"/>
                      <a:pt x="1702" y="4096"/>
                    </a:cubicBezTo>
                    <a:cubicBezTo>
                      <a:pt x="1702" y="5041"/>
                      <a:pt x="2017" y="5955"/>
                      <a:pt x="2553" y="6616"/>
                    </a:cubicBezTo>
                    <a:lnTo>
                      <a:pt x="1702" y="7120"/>
                    </a:lnTo>
                    <a:cubicBezTo>
                      <a:pt x="1513" y="6963"/>
                      <a:pt x="1293" y="6900"/>
                      <a:pt x="1040" y="6900"/>
                    </a:cubicBezTo>
                    <a:cubicBezTo>
                      <a:pt x="473" y="6900"/>
                      <a:pt x="1" y="7341"/>
                      <a:pt x="1" y="7908"/>
                    </a:cubicBezTo>
                    <a:cubicBezTo>
                      <a:pt x="1" y="8475"/>
                      <a:pt x="473" y="8948"/>
                      <a:pt x="1040" y="8948"/>
                    </a:cubicBezTo>
                    <a:cubicBezTo>
                      <a:pt x="1576" y="8948"/>
                      <a:pt x="2049" y="8475"/>
                      <a:pt x="2049" y="7908"/>
                    </a:cubicBezTo>
                    <a:lnTo>
                      <a:pt x="2049" y="7719"/>
                    </a:lnTo>
                    <a:lnTo>
                      <a:pt x="3025" y="7120"/>
                    </a:lnTo>
                    <a:cubicBezTo>
                      <a:pt x="3309" y="7372"/>
                      <a:pt x="3592" y="7593"/>
                      <a:pt x="3939" y="7751"/>
                    </a:cubicBezTo>
                    <a:lnTo>
                      <a:pt x="3277" y="8948"/>
                    </a:lnTo>
                    <a:lnTo>
                      <a:pt x="3088" y="8948"/>
                    </a:lnTo>
                    <a:cubicBezTo>
                      <a:pt x="2521" y="8948"/>
                      <a:pt x="2049" y="9420"/>
                      <a:pt x="2049" y="9956"/>
                    </a:cubicBezTo>
                    <a:cubicBezTo>
                      <a:pt x="2049" y="10523"/>
                      <a:pt x="2521" y="10996"/>
                      <a:pt x="3088" y="10996"/>
                    </a:cubicBezTo>
                    <a:cubicBezTo>
                      <a:pt x="3624" y="10996"/>
                      <a:pt x="4096" y="10523"/>
                      <a:pt x="4096" y="9956"/>
                    </a:cubicBezTo>
                    <a:cubicBezTo>
                      <a:pt x="4096" y="9735"/>
                      <a:pt x="4033" y="9483"/>
                      <a:pt x="3876" y="9294"/>
                    </a:cubicBezTo>
                    <a:lnTo>
                      <a:pt x="4569" y="8034"/>
                    </a:lnTo>
                    <a:cubicBezTo>
                      <a:pt x="4853" y="8097"/>
                      <a:pt x="5168" y="8192"/>
                      <a:pt x="5483" y="8223"/>
                    </a:cubicBezTo>
                    <a:lnTo>
                      <a:pt x="5483" y="9672"/>
                    </a:lnTo>
                    <a:cubicBezTo>
                      <a:pt x="5073" y="9830"/>
                      <a:pt x="4821" y="10208"/>
                      <a:pt x="4821" y="10617"/>
                    </a:cubicBezTo>
                    <a:cubicBezTo>
                      <a:pt x="4821" y="11185"/>
                      <a:pt x="5294" y="11657"/>
                      <a:pt x="5829" y="11657"/>
                    </a:cubicBezTo>
                    <a:cubicBezTo>
                      <a:pt x="6396" y="11657"/>
                      <a:pt x="6869" y="11185"/>
                      <a:pt x="6869" y="10617"/>
                    </a:cubicBezTo>
                    <a:cubicBezTo>
                      <a:pt x="6869" y="10208"/>
                      <a:pt x="6585" y="9798"/>
                      <a:pt x="6176" y="9672"/>
                    </a:cubicBezTo>
                    <a:lnTo>
                      <a:pt x="6176" y="8223"/>
                    </a:lnTo>
                    <a:cubicBezTo>
                      <a:pt x="6491" y="8192"/>
                      <a:pt x="6806" y="8160"/>
                      <a:pt x="7089" y="8034"/>
                    </a:cubicBezTo>
                    <a:lnTo>
                      <a:pt x="7814" y="9294"/>
                    </a:lnTo>
                    <a:cubicBezTo>
                      <a:pt x="7657" y="9483"/>
                      <a:pt x="7562" y="9672"/>
                      <a:pt x="7562" y="9956"/>
                    </a:cubicBezTo>
                    <a:cubicBezTo>
                      <a:pt x="7562" y="10523"/>
                      <a:pt x="8035" y="10996"/>
                      <a:pt x="8602" y="10996"/>
                    </a:cubicBezTo>
                    <a:cubicBezTo>
                      <a:pt x="9137" y="10996"/>
                      <a:pt x="9610" y="10523"/>
                      <a:pt x="9610" y="9956"/>
                    </a:cubicBezTo>
                    <a:cubicBezTo>
                      <a:pt x="9610" y="9420"/>
                      <a:pt x="9137" y="8948"/>
                      <a:pt x="8602" y="8948"/>
                    </a:cubicBezTo>
                    <a:lnTo>
                      <a:pt x="8381" y="8948"/>
                    </a:lnTo>
                    <a:lnTo>
                      <a:pt x="7720" y="7751"/>
                    </a:lnTo>
                    <a:cubicBezTo>
                      <a:pt x="8035" y="7593"/>
                      <a:pt x="8350" y="7372"/>
                      <a:pt x="8633" y="7120"/>
                    </a:cubicBezTo>
                    <a:lnTo>
                      <a:pt x="9704" y="7719"/>
                    </a:lnTo>
                    <a:lnTo>
                      <a:pt x="9704" y="7908"/>
                    </a:lnTo>
                    <a:cubicBezTo>
                      <a:pt x="9704" y="8475"/>
                      <a:pt x="10177" y="8948"/>
                      <a:pt x="10713" y="8948"/>
                    </a:cubicBezTo>
                    <a:cubicBezTo>
                      <a:pt x="11280" y="8948"/>
                      <a:pt x="11752" y="8475"/>
                      <a:pt x="11752" y="7908"/>
                    </a:cubicBezTo>
                    <a:cubicBezTo>
                      <a:pt x="11626" y="7309"/>
                      <a:pt x="11154" y="6900"/>
                      <a:pt x="10586" y="6900"/>
                    </a:cubicBezTo>
                    <a:cubicBezTo>
                      <a:pt x="10366" y="6900"/>
                      <a:pt x="10114" y="6963"/>
                      <a:pt x="9925" y="7120"/>
                    </a:cubicBezTo>
                    <a:lnTo>
                      <a:pt x="9011" y="6616"/>
                    </a:lnTo>
                    <a:cubicBezTo>
                      <a:pt x="9515" y="5892"/>
                      <a:pt x="9893" y="4978"/>
                      <a:pt x="9893" y="4096"/>
                    </a:cubicBezTo>
                    <a:cubicBezTo>
                      <a:pt x="9893" y="1796"/>
                      <a:pt x="8035" y="0"/>
                      <a:pt x="57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BLANK_1_1_1"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grpSp>
        <p:nvGrpSpPr>
          <p:cNvPr id="409" name="Google Shape;409;p54"/>
          <p:cNvGrpSpPr/>
          <p:nvPr/>
        </p:nvGrpSpPr>
        <p:grpSpPr>
          <a:xfrm>
            <a:off x="-581476" y="-197580"/>
            <a:ext cx="11138412" cy="5236431"/>
            <a:chOff x="-581476" y="-197580"/>
            <a:chExt cx="11138412" cy="5236431"/>
          </a:xfrm>
        </p:grpSpPr>
        <p:sp>
          <p:nvSpPr>
            <p:cNvPr id="410" name="Google Shape;410;p54"/>
            <p:cNvSpPr/>
            <p:nvPr/>
          </p:nvSpPr>
          <p:spPr>
            <a:xfrm rot="10800000" flipH="1">
              <a:off x="-581476" y="4635344"/>
              <a:ext cx="1571727" cy="403507"/>
            </a:xfrm>
            <a:custGeom>
              <a:avLst/>
              <a:gdLst/>
              <a:ahLst/>
              <a:cxnLst/>
              <a:rect l="l" t="t" r="r" b="b"/>
              <a:pathLst>
                <a:path w="2993765" h="768585" extrusionOk="0">
                  <a:moveTo>
                    <a:pt x="2870296" y="257166"/>
                  </a:moveTo>
                  <a:lnTo>
                    <a:pt x="1714690" y="257166"/>
                  </a:lnTo>
                  <a:cubicBezTo>
                    <a:pt x="1643658" y="257166"/>
                    <a:pt x="1586138" y="314748"/>
                    <a:pt x="1586138" y="385718"/>
                  </a:cubicBezTo>
                  <a:cubicBezTo>
                    <a:pt x="1586138" y="456689"/>
                    <a:pt x="1643720" y="514271"/>
                    <a:pt x="1714690" y="514271"/>
                  </a:cubicBezTo>
                  <a:lnTo>
                    <a:pt x="2011649" y="514271"/>
                  </a:lnTo>
                  <a:cubicBezTo>
                    <a:pt x="2082681" y="514271"/>
                    <a:pt x="2140201" y="571853"/>
                    <a:pt x="2140201" y="642823"/>
                  </a:cubicBezTo>
                  <a:lnTo>
                    <a:pt x="2140201" y="642823"/>
                  </a:lnTo>
                  <a:cubicBezTo>
                    <a:pt x="2140201" y="713855"/>
                    <a:pt x="2082619" y="771375"/>
                    <a:pt x="2011649" y="771375"/>
                  </a:cubicBezTo>
                  <a:lnTo>
                    <a:pt x="0" y="771375"/>
                  </a:lnTo>
                  <a:lnTo>
                    <a:pt x="0" y="0"/>
                  </a:lnTo>
                  <a:lnTo>
                    <a:pt x="2870296" y="0"/>
                  </a:lnTo>
                  <a:cubicBezTo>
                    <a:pt x="2941328" y="0"/>
                    <a:pt x="2998848" y="57582"/>
                    <a:pt x="2998848" y="128552"/>
                  </a:cubicBezTo>
                  <a:cubicBezTo>
                    <a:pt x="2998848" y="199522"/>
                    <a:pt x="2941266" y="257104"/>
                    <a:pt x="2870296" y="257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54"/>
            <p:cNvSpPr/>
            <p:nvPr/>
          </p:nvSpPr>
          <p:spPr>
            <a:xfrm rot="10800000">
              <a:off x="8047876" y="4550420"/>
              <a:ext cx="2509060" cy="484704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54"/>
            <p:cNvSpPr/>
            <p:nvPr/>
          </p:nvSpPr>
          <p:spPr>
            <a:xfrm rot="10800000">
              <a:off x="6369676" y="-197580"/>
              <a:ext cx="2509060" cy="484704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3" name="Google Shape;413;p54"/>
          <p:cNvGrpSpPr/>
          <p:nvPr/>
        </p:nvGrpSpPr>
        <p:grpSpPr>
          <a:xfrm>
            <a:off x="-270152" y="153313"/>
            <a:ext cx="9181754" cy="4672013"/>
            <a:chOff x="-270152" y="153313"/>
            <a:chExt cx="9181754" cy="4672013"/>
          </a:xfrm>
        </p:grpSpPr>
        <p:grpSp>
          <p:nvGrpSpPr>
            <p:cNvPr id="414" name="Google Shape;414;p54"/>
            <p:cNvGrpSpPr/>
            <p:nvPr/>
          </p:nvGrpSpPr>
          <p:grpSpPr>
            <a:xfrm rot="10800000" flipH="1">
              <a:off x="-270152" y="1783736"/>
              <a:ext cx="777449" cy="404251"/>
              <a:chOff x="-794166" y="-3748111"/>
              <a:chExt cx="777449" cy="404251"/>
            </a:xfrm>
          </p:grpSpPr>
          <p:sp>
            <p:nvSpPr>
              <p:cNvPr id="415" name="Google Shape;415;p54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54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54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54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54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54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54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p54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54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54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54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54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54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54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54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0" name="Google Shape;430;p54"/>
            <p:cNvSpPr/>
            <p:nvPr/>
          </p:nvSpPr>
          <p:spPr>
            <a:xfrm rot="10800000" flipH="1">
              <a:off x="8777802" y="2187963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31" name="Google Shape;431;p54"/>
            <p:cNvSpPr/>
            <p:nvPr/>
          </p:nvSpPr>
          <p:spPr>
            <a:xfrm rot="10800000" flipH="1">
              <a:off x="7705877" y="476022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32" name="Google Shape;432;p54"/>
            <p:cNvSpPr/>
            <p:nvPr/>
          </p:nvSpPr>
          <p:spPr>
            <a:xfrm rot="10800000" flipH="1">
              <a:off x="1457077" y="153313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5"/>
          <p:cNvSpPr txBox="1">
            <a:spLocks noGrp="1"/>
          </p:cNvSpPr>
          <p:nvPr>
            <p:ph type="subTitle" idx="1"/>
          </p:nvPr>
        </p:nvSpPr>
        <p:spPr>
          <a:xfrm>
            <a:off x="4634500" y="2260850"/>
            <a:ext cx="37650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9pPr>
          </a:lstStyle>
          <a:p>
            <a:endParaRPr/>
          </a:p>
        </p:txBody>
      </p:sp>
      <p:sp>
        <p:nvSpPr>
          <p:cNvPr id="435" name="Google Shape;435;p55"/>
          <p:cNvSpPr txBox="1">
            <a:spLocks noGrp="1"/>
          </p:cNvSpPr>
          <p:nvPr>
            <p:ph type="title"/>
          </p:nvPr>
        </p:nvSpPr>
        <p:spPr>
          <a:xfrm>
            <a:off x="4634500" y="981250"/>
            <a:ext cx="37650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grpSp>
        <p:nvGrpSpPr>
          <p:cNvPr id="436" name="Google Shape;436;p55"/>
          <p:cNvGrpSpPr/>
          <p:nvPr/>
        </p:nvGrpSpPr>
        <p:grpSpPr>
          <a:xfrm>
            <a:off x="87458" y="112339"/>
            <a:ext cx="8852713" cy="5156011"/>
            <a:chOff x="87458" y="112339"/>
            <a:chExt cx="8852713" cy="5156011"/>
          </a:xfrm>
        </p:grpSpPr>
        <p:sp>
          <p:nvSpPr>
            <p:cNvPr id="437" name="Google Shape;437;p55"/>
            <p:cNvSpPr/>
            <p:nvPr/>
          </p:nvSpPr>
          <p:spPr>
            <a:xfrm rot="10800000">
              <a:off x="8806371" y="2020102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438" name="Google Shape;438;p55"/>
            <p:cNvGrpSpPr/>
            <p:nvPr/>
          </p:nvGrpSpPr>
          <p:grpSpPr>
            <a:xfrm rot="10800000">
              <a:off x="8032238" y="4864099"/>
              <a:ext cx="777449" cy="404251"/>
              <a:chOff x="-794166" y="-3748111"/>
              <a:chExt cx="777449" cy="404251"/>
            </a:xfrm>
          </p:grpSpPr>
          <p:sp>
            <p:nvSpPr>
              <p:cNvPr id="439" name="Google Shape;439;p55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55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55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55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55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55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55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55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55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55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55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55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55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55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55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4" name="Google Shape;454;p55"/>
            <p:cNvSpPr/>
            <p:nvPr/>
          </p:nvSpPr>
          <p:spPr>
            <a:xfrm rot="10800000">
              <a:off x="659996" y="4864102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55" name="Google Shape;455;p55"/>
            <p:cNvSpPr/>
            <p:nvPr/>
          </p:nvSpPr>
          <p:spPr>
            <a:xfrm rot="10800000">
              <a:off x="6704271" y="112339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56" name="Google Shape;456;p55"/>
            <p:cNvSpPr/>
            <p:nvPr/>
          </p:nvSpPr>
          <p:spPr>
            <a:xfrm rot="10800000">
              <a:off x="87458" y="1554377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grpSp>
        <p:nvGrpSpPr>
          <p:cNvPr id="457" name="Google Shape;457;p55"/>
          <p:cNvGrpSpPr/>
          <p:nvPr/>
        </p:nvGrpSpPr>
        <p:grpSpPr>
          <a:xfrm>
            <a:off x="-254578" y="-138761"/>
            <a:ext cx="11493752" cy="5305448"/>
            <a:chOff x="-254578" y="-138761"/>
            <a:chExt cx="11493752" cy="5305448"/>
          </a:xfrm>
        </p:grpSpPr>
        <p:sp>
          <p:nvSpPr>
            <p:cNvPr id="458" name="Google Shape;458;p55"/>
            <p:cNvSpPr/>
            <p:nvPr/>
          </p:nvSpPr>
          <p:spPr>
            <a:xfrm>
              <a:off x="-254578" y="158879"/>
              <a:ext cx="1122662" cy="288219"/>
            </a:xfrm>
            <a:custGeom>
              <a:avLst/>
              <a:gdLst/>
              <a:ahLst/>
              <a:cxnLst/>
              <a:rect l="l" t="t" r="r" b="b"/>
              <a:pathLst>
                <a:path w="2993765" h="768585" extrusionOk="0">
                  <a:moveTo>
                    <a:pt x="2870296" y="257166"/>
                  </a:moveTo>
                  <a:lnTo>
                    <a:pt x="1714690" y="257166"/>
                  </a:lnTo>
                  <a:cubicBezTo>
                    <a:pt x="1643658" y="257166"/>
                    <a:pt x="1586138" y="314748"/>
                    <a:pt x="1586138" y="385718"/>
                  </a:cubicBezTo>
                  <a:cubicBezTo>
                    <a:pt x="1586138" y="456689"/>
                    <a:pt x="1643720" y="514271"/>
                    <a:pt x="1714690" y="514271"/>
                  </a:cubicBezTo>
                  <a:lnTo>
                    <a:pt x="2011649" y="514271"/>
                  </a:lnTo>
                  <a:cubicBezTo>
                    <a:pt x="2082681" y="514271"/>
                    <a:pt x="2140201" y="571853"/>
                    <a:pt x="2140201" y="642823"/>
                  </a:cubicBezTo>
                  <a:lnTo>
                    <a:pt x="2140201" y="642823"/>
                  </a:lnTo>
                  <a:cubicBezTo>
                    <a:pt x="2140201" y="713855"/>
                    <a:pt x="2082619" y="771375"/>
                    <a:pt x="2011649" y="771375"/>
                  </a:cubicBezTo>
                  <a:lnTo>
                    <a:pt x="0" y="771375"/>
                  </a:lnTo>
                  <a:lnTo>
                    <a:pt x="0" y="0"/>
                  </a:lnTo>
                  <a:lnTo>
                    <a:pt x="2870296" y="0"/>
                  </a:lnTo>
                  <a:cubicBezTo>
                    <a:pt x="2941328" y="0"/>
                    <a:pt x="2998848" y="57582"/>
                    <a:pt x="2998848" y="128552"/>
                  </a:cubicBezTo>
                  <a:cubicBezTo>
                    <a:pt x="2998848" y="199522"/>
                    <a:pt x="2941266" y="257104"/>
                    <a:pt x="2870296" y="257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55"/>
            <p:cNvSpPr/>
            <p:nvPr/>
          </p:nvSpPr>
          <p:spPr>
            <a:xfrm rot="10800000">
              <a:off x="7769074" y="-138761"/>
              <a:ext cx="3470100" cy="31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460" name="Google Shape;460;p55"/>
            <p:cNvGrpSpPr/>
            <p:nvPr/>
          </p:nvGrpSpPr>
          <p:grpSpPr>
            <a:xfrm>
              <a:off x="94671" y="2963834"/>
              <a:ext cx="424159" cy="419659"/>
              <a:chOff x="-1182750" y="3962900"/>
              <a:chExt cx="294575" cy="291450"/>
            </a:xfrm>
          </p:grpSpPr>
          <p:sp>
            <p:nvSpPr>
              <p:cNvPr id="461" name="Google Shape;461;p55"/>
              <p:cNvSpPr/>
              <p:nvPr/>
            </p:nvSpPr>
            <p:spPr>
              <a:xfrm>
                <a:off x="-1078000" y="4030650"/>
                <a:ext cx="173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694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4"/>
                      <a:pt x="347" y="694"/>
                    </a:cubicBezTo>
                    <a:cubicBezTo>
                      <a:pt x="536" y="694"/>
                      <a:pt x="693" y="536"/>
                      <a:pt x="693" y="347"/>
                    </a:cubicBezTo>
                    <a:cubicBezTo>
                      <a:pt x="693" y="158"/>
                      <a:pt x="536" y="0"/>
                      <a:pt x="3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55"/>
              <p:cNvSpPr/>
              <p:nvPr/>
            </p:nvSpPr>
            <p:spPr>
              <a:xfrm>
                <a:off x="-1129200" y="4099950"/>
                <a:ext cx="173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694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0" y="536"/>
                      <a:pt x="158" y="694"/>
                      <a:pt x="347" y="694"/>
                    </a:cubicBezTo>
                    <a:cubicBezTo>
                      <a:pt x="536" y="694"/>
                      <a:pt x="693" y="536"/>
                      <a:pt x="693" y="347"/>
                    </a:cubicBezTo>
                    <a:cubicBezTo>
                      <a:pt x="693" y="158"/>
                      <a:pt x="536" y="1"/>
                      <a:pt x="3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55"/>
              <p:cNvSpPr/>
              <p:nvPr/>
            </p:nvSpPr>
            <p:spPr>
              <a:xfrm>
                <a:off x="-1009475" y="4081850"/>
                <a:ext cx="1812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725" h="694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3"/>
                      <a:pt x="347" y="693"/>
                    </a:cubicBezTo>
                    <a:cubicBezTo>
                      <a:pt x="567" y="693"/>
                      <a:pt x="725" y="536"/>
                      <a:pt x="725" y="347"/>
                    </a:cubicBezTo>
                    <a:cubicBezTo>
                      <a:pt x="725" y="158"/>
                      <a:pt x="567" y="0"/>
                      <a:pt x="3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55"/>
              <p:cNvSpPr/>
              <p:nvPr/>
            </p:nvSpPr>
            <p:spPr>
              <a:xfrm>
                <a:off x="-1182750" y="4168475"/>
                <a:ext cx="292225" cy="34675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1387" extrusionOk="0">
                    <a:moveTo>
                      <a:pt x="0" y="1"/>
                    </a:moveTo>
                    <a:lnTo>
                      <a:pt x="0" y="347"/>
                    </a:lnTo>
                    <a:lnTo>
                      <a:pt x="63" y="347"/>
                    </a:lnTo>
                    <a:cubicBezTo>
                      <a:pt x="63" y="914"/>
                      <a:pt x="504" y="1387"/>
                      <a:pt x="1071" y="1387"/>
                    </a:cubicBezTo>
                    <a:lnTo>
                      <a:pt x="10680" y="1387"/>
                    </a:lnTo>
                    <a:cubicBezTo>
                      <a:pt x="11247" y="1387"/>
                      <a:pt x="11688" y="914"/>
                      <a:pt x="11688" y="347"/>
                    </a:cubicBezTo>
                    <a:lnTo>
                      <a:pt x="116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55"/>
              <p:cNvSpPr/>
              <p:nvPr/>
            </p:nvSpPr>
            <p:spPr>
              <a:xfrm>
                <a:off x="-1117400" y="4220475"/>
                <a:ext cx="161500" cy="33875"/>
              </a:xfrm>
              <a:custGeom>
                <a:avLst/>
                <a:gdLst/>
                <a:ahLst/>
                <a:cxnLst/>
                <a:rect l="l" t="t" r="r" b="b"/>
                <a:pathLst>
                  <a:path w="6460" h="1355" extrusionOk="0">
                    <a:moveTo>
                      <a:pt x="1513" y="0"/>
                    </a:moveTo>
                    <a:lnTo>
                      <a:pt x="1356" y="693"/>
                    </a:lnTo>
                    <a:lnTo>
                      <a:pt x="474" y="693"/>
                    </a:lnTo>
                    <a:cubicBezTo>
                      <a:pt x="32" y="693"/>
                      <a:pt x="1" y="1355"/>
                      <a:pt x="474" y="1355"/>
                    </a:cubicBezTo>
                    <a:lnTo>
                      <a:pt x="5924" y="1355"/>
                    </a:lnTo>
                    <a:cubicBezTo>
                      <a:pt x="6459" y="1355"/>
                      <a:pt x="6459" y="693"/>
                      <a:pt x="5987" y="693"/>
                    </a:cubicBezTo>
                    <a:lnTo>
                      <a:pt x="5073" y="693"/>
                    </a:lnTo>
                    <a:lnTo>
                      <a:pt x="491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55"/>
              <p:cNvSpPr/>
              <p:nvPr/>
            </p:nvSpPr>
            <p:spPr>
              <a:xfrm>
                <a:off x="-958300" y="4014100"/>
                <a:ext cx="181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694" extrusionOk="0">
                    <a:moveTo>
                      <a:pt x="348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694"/>
                      <a:pt x="348" y="694"/>
                    </a:cubicBezTo>
                    <a:cubicBezTo>
                      <a:pt x="568" y="694"/>
                      <a:pt x="726" y="536"/>
                      <a:pt x="726" y="347"/>
                    </a:cubicBezTo>
                    <a:cubicBezTo>
                      <a:pt x="726" y="158"/>
                      <a:pt x="568" y="1"/>
                      <a:pt x="3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55"/>
              <p:cNvSpPr/>
              <p:nvPr/>
            </p:nvSpPr>
            <p:spPr>
              <a:xfrm>
                <a:off x="-1180400" y="3962900"/>
                <a:ext cx="292225" cy="188275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7531" extrusionOk="0">
                    <a:moveTo>
                      <a:pt x="9232" y="1324"/>
                    </a:moveTo>
                    <a:cubicBezTo>
                      <a:pt x="9799" y="1324"/>
                      <a:pt x="10271" y="1797"/>
                      <a:pt x="10271" y="2364"/>
                    </a:cubicBezTo>
                    <a:cubicBezTo>
                      <a:pt x="10271" y="2922"/>
                      <a:pt x="9822" y="3391"/>
                      <a:pt x="9247" y="3391"/>
                    </a:cubicBezTo>
                    <a:cubicBezTo>
                      <a:pt x="9140" y="3391"/>
                      <a:pt x="9029" y="3375"/>
                      <a:pt x="8916" y="3341"/>
                    </a:cubicBezTo>
                    <a:lnTo>
                      <a:pt x="8034" y="4538"/>
                    </a:lnTo>
                    <a:cubicBezTo>
                      <a:pt x="8507" y="5199"/>
                      <a:pt x="7971" y="6144"/>
                      <a:pt x="7152" y="6144"/>
                    </a:cubicBezTo>
                    <a:cubicBezTo>
                      <a:pt x="6491" y="6144"/>
                      <a:pt x="5987" y="5514"/>
                      <a:pt x="6176" y="4790"/>
                    </a:cubicBezTo>
                    <a:lnTo>
                      <a:pt x="4978" y="3908"/>
                    </a:lnTo>
                    <a:cubicBezTo>
                      <a:pt x="4839" y="4007"/>
                      <a:pt x="4661" y="4069"/>
                      <a:pt x="4470" y="4069"/>
                    </a:cubicBezTo>
                    <a:cubicBezTo>
                      <a:pt x="4359" y="4069"/>
                      <a:pt x="4243" y="4048"/>
                      <a:pt x="4128" y="4002"/>
                    </a:cubicBezTo>
                    <a:lnTo>
                      <a:pt x="3214" y="5199"/>
                    </a:lnTo>
                    <a:cubicBezTo>
                      <a:pt x="3340" y="5357"/>
                      <a:pt x="3372" y="5546"/>
                      <a:pt x="3372" y="5735"/>
                    </a:cubicBezTo>
                    <a:cubicBezTo>
                      <a:pt x="3372" y="6302"/>
                      <a:pt x="2899" y="6775"/>
                      <a:pt x="2363" y="6775"/>
                    </a:cubicBezTo>
                    <a:cubicBezTo>
                      <a:pt x="1796" y="6775"/>
                      <a:pt x="1324" y="6302"/>
                      <a:pt x="1324" y="5735"/>
                    </a:cubicBezTo>
                    <a:cubicBezTo>
                      <a:pt x="1324" y="5199"/>
                      <a:pt x="1796" y="4727"/>
                      <a:pt x="2363" y="4727"/>
                    </a:cubicBezTo>
                    <a:cubicBezTo>
                      <a:pt x="2489" y="4727"/>
                      <a:pt x="2552" y="4758"/>
                      <a:pt x="2678" y="4758"/>
                    </a:cubicBezTo>
                    <a:lnTo>
                      <a:pt x="3592" y="3593"/>
                    </a:lnTo>
                    <a:cubicBezTo>
                      <a:pt x="3120" y="2899"/>
                      <a:pt x="3624" y="1954"/>
                      <a:pt x="4443" y="1954"/>
                    </a:cubicBezTo>
                    <a:cubicBezTo>
                      <a:pt x="5104" y="1954"/>
                      <a:pt x="5640" y="2584"/>
                      <a:pt x="5419" y="3309"/>
                    </a:cubicBezTo>
                    <a:lnTo>
                      <a:pt x="6617" y="4223"/>
                    </a:lnTo>
                    <a:cubicBezTo>
                      <a:pt x="6766" y="4116"/>
                      <a:pt x="6959" y="4038"/>
                      <a:pt x="7165" y="4038"/>
                    </a:cubicBezTo>
                    <a:cubicBezTo>
                      <a:pt x="7264" y="4038"/>
                      <a:pt x="7365" y="4056"/>
                      <a:pt x="7467" y="4097"/>
                    </a:cubicBezTo>
                    <a:lnTo>
                      <a:pt x="8381" y="2899"/>
                    </a:lnTo>
                    <a:cubicBezTo>
                      <a:pt x="8255" y="2742"/>
                      <a:pt x="8223" y="2553"/>
                      <a:pt x="8223" y="2364"/>
                    </a:cubicBezTo>
                    <a:cubicBezTo>
                      <a:pt x="8223" y="1797"/>
                      <a:pt x="8696" y="1324"/>
                      <a:pt x="9232" y="1324"/>
                    </a:cubicBezTo>
                    <a:close/>
                    <a:moveTo>
                      <a:pt x="1009" y="1"/>
                    </a:moveTo>
                    <a:cubicBezTo>
                      <a:pt x="473" y="1"/>
                      <a:pt x="1" y="474"/>
                      <a:pt x="1" y="1009"/>
                    </a:cubicBezTo>
                    <a:lnTo>
                      <a:pt x="1" y="7531"/>
                    </a:lnTo>
                    <a:lnTo>
                      <a:pt x="11689" y="7531"/>
                    </a:lnTo>
                    <a:lnTo>
                      <a:pt x="11689" y="1009"/>
                    </a:lnTo>
                    <a:cubicBezTo>
                      <a:pt x="11657" y="411"/>
                      <a:pt x="11185" y="1"/>
                      <a:pt x="106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8" name="Google Shape;468;p55"/>
            <p:cNvSpPr/>
            <p:nvPr/>
          </p:nvSpPr>
          <p:spPr>
            <a:xfrm flipH="1">
              <a:off x="3985625" y="4875864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BLANK_1_1_1_2"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56"/>
          <p:cNvSpPr txBox="1">
            <a:spLocks noGrp="1"/>
          </p:cNvSpPr>
          <p:nvPr>
            <p:ph type="body" idx="1"/>
          </p:nvPr>
        </p:nvSpPr>
        <p:spPr>
          <a:xfrm>
            <a:off x="860050" y="1633550"/>
            <a:ext cx="3529500" cy="25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72" name="Google Shape;472;p56"/>
          <p:cNvSpPr txBox="1">
            <a:spLocks noGrp="1"/>
          </p:cNvSpPr>
          <p:nvPr>
            <p:ph type="body" idx="2"/>
          </p:nvPr>
        </p:nvSpPr>
        <p:spPr>
          <a:xfrm>
            <a:off x="4754450" y="1633550"/>
            <a:ext cx="3529500" cy="25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473" name="Google Shape;473;p56"/>
          <p:cNvGrpSpPr/>
          <p:nvPr/>
        </p:nvGrpSpPr>
        <p:grpSpPr>
          <a:xfrm>
            <a:off x="307370" y="-89411"/>
            <a:ext cx="8468175" cy="5316751"/>
            <a:chOff x="307370" y="-89411"/>
            <a:chExt cx="8468175" cy="5316751"/>
          </a:xfrm>
        </p:grpSpPr>
        <p:grpSp>
          <p:nvGrpSpPr>
            <p:cNvPr id="474" name="Google Shape;474;p56"/>
            <p:cNvGrpSpPr/>
            <p:nvPr/>
          </p:nvGrpSpPr>
          <p:grpSpPr>
            <a:xfrm flipH="1">
              <a:off x="1413762" y="-89411"/>
              <a:ext cx="777449" cy="404251"/>
              <a:chOff x="-794166" y="-3748111"/>
              <a:chExt cx="777449" cy="404251"/>
            </a:xfrm>
          </p:grpSpPr>
          <p:sp>
            <p:nvSpPr>
              <p:cNvPr id="475" name="Google Shape;475;p56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56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56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56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56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56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56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56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56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56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56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56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56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56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56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90" name="Google Shape;490;p56"/>
            <p:cNvSpPr/>
            <p:nvPr/>
          </p:nvSpPr>
          <p:spPr>
            <a:xfrm flipH="1">
              <a:off x="7779345" y="257650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91" name="Google Shape;491;p56"/>
            <p:cNvSpPr/>
            <p:nvPr/>
          </p:nvSpPr>
          <p:spPr>
            <a:xfrm flipH="1">
              <a:off x="307370" y="1541813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492" name="Google Shape;492;p56"/>
            <p:cNvGrpSpPr/>
            <p:nvPr/>
          </p:nvGrpSpPr>
          <p:grpSpPr>
            <a:xfrm flipH="1">
              <a:off x="4192387" y="4823089"/>
              <a:ext cx="777449" cy="404251"/>
              <a:chOff x="-794166" y="-3748111"/>
              <a:chExt cx="777449" cy="404251"/>
            </a:xfrm>
          </p:grpSpPr>
          <p:sp>
            <p:nvSpPr>
              <p:cNvPr id="493" name="Google Shape;493;p56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56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56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56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56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56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56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56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56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56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56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56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56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56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56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08" name="Google Shape;508;p56"/>
            <p:cNvSpPr/>
            <p:nvPr/>
          </p:nvSpPr>
          <p:spPr>
            <a:xfrm flipH="1">
              <a:off x="8641745" y="454158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grpSp>
        <p:nvGrpSpPr>
          <p:cNvPr id="509" name="Google Shape;509;p56"/>
          <p:cNvGrpSpPr/>
          <p:nvPr/>
        </p:nvGrpSpPr>
        <p:grpSpPr>
          <a:xfrm>
            <a:off x="161500" y="1017714"/>
            <a:ext cx="9668321" cy="3985233"/>
            <a:chOff x="161500" y="1017714"/>
            <a:chExt cx="9668321" cy="3985233"/>
          </a:xfrm>
        </p:grpSpPr>
        <p:sp>
          <p:nvSpPr>
            <p:cNvPr id="510" name="Google Shape;510;p56"/>
            <p:cNvSpPr/>
            <p:nvPr/>
          </p:nvSpPr>
          <p:spPr>
            <a:xfrm>
              <a:off x="8324385" y="1017714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1" name="Google Shape;511;p56"/>
            <p:cNvGrpSpPr/>
            <p:nvPr/>
          </p:nvGrpSpPr>
          <p:grpSpPr>
            <a:xfrm flipH="1">
              <a:off x="161500" y="4504703"/>
              <a:ext cx="496976" cy="498244"/>
              <a:chOff x="-1591550" y="3597475"/>
              <a:chExt cx="293825" cy="294575"/>
            </a:xfrm>
          </p:grpSpPr>
          <p:sp>
            <p:nvSpPr>
              <p:cNvPr id="512" name="Google Shape;512;p56"/>
              <p:cNvSpPr/>
              <p:nvPr/>
            </p:nvSpPr>
            <p:spPr>
              <a:xfrm>
                <a:off x="-1509625" y="3597475"/>
                <a:ext cx="211900" cy="207150"/>
              </a:xfrm>
              <a:custGeom>
                <a:avLst/>
                <a:gdLst/>
                <a:ahLst/>
                <a:cxnLst/>
                <a:rect l="l" t="t" r="r" b="b"/>
                <a:pathLst>
                  <a:path w="8476" h="8286" extrusionOk="0">
                    <a:moveTo>
                      <a:pt x="6105" y="1"/>
                    </a:moveTo>
                    <a:cubicBezTo>
                      <a:pt x="6014" y="1"/>
                      <a:pt x="5916" y="39"/>
                      <a:pt x="5829" y="126"/>
                    </a:cubicBezTo>
                    <a:lnTo>
                      <a:pt x="3781" y="2205"/>
                    </a:lnTo>
                    <a:cubicBezTo>
                      <a:pt x="3718" y="2268"/>
                      <a:pt x="3655" y="2363"/>
                      <a:pt x="3655" y="2426"/>
                    </a:cubicBezTo>
                    <a:lnTo>
                      <a:pt x="3655" y="4253"/>
                    </a:lnTo>
                    <a:lnTo>
                      <a:pt x="1544" y="6332"/>
                    </a:lnTo>
                    <a:cubicBezTo>
                      <a:pt x="1400" y="6270"/>
                      <a:pt x="1256" y="6242"/>
                      <a:pt x="1119" y="6242"/>
                    </a:cubicBezTo>
                    <a:cubicBezTo>
                      <a:pt x="835" y="6242"/>
                      <a:pt x="580" y="6362"/>
                      <a:pt x="410" y="6553"/>
                    </a:cubicBezTo>
                    <a:cubicBezTo>
                      <a:pt x="0" y="6931"/>
                      <a:pt x="0" y="7592"/>
                      <a:pt x="410" y="8002"/>
                    </a:cubicBezTo>
                    <a:cubicBezTo>
                      <a:pt x="599" y="8191"/>
                      <a:pt x="859" y="8286"/>
                      <a:pt x="1123" y="8286"/>
                    </a:cubicBezTo>
                    <a:cubicBezTo>
                      <a:pt x="1387" y="8286"/>
                      <a:pt x="1655" y="8191"/>
                      <a:pt x="1859" y="8002"/>
                    </a:cubicBezTo>
                    <a:cubicBezTo>
                      <a:pt x="2174" y="7687"/>
                      <a:pt x="2206" y="7214"/>
                      <a:pt x="2048" y="6868"/>
                    </a:cubicBezTo>
                    <a:lnTo>
                      <a:pt x="4128" y="4757"/>
                    </a:lnTo>
                    <a:lnTo>
                      <a:pt x="5955" y="4757"/>
                    </a:lnTo>
                    <a:cubicBezTo>
                      <a:pt x="6018" y="4757"/>
                      <a:pt x="6144" y="4725"/>
                      <a:pt x="6175" y="4662"/>
                    </a:cubicBezTo>
                    <a:lnTo>
                      <a:pt x="8286" y="2552"/>
                    </a:lnTo>
                    <a:cubicBezTo>
                      <a:pt x="8475" y="2331"/>
                      <a:pt x="8349" y="1985"/>
                      <a:pt x="8034" y="1985"/>
                    </a:cubicBezTo>
                    <a:lnTo>
                      <a:pt x="6428" y="1985"/>
                    </a:lnTo>
                    <a:lnTo>
                      <a:pt x="6428" y="346"/>
                    </a:lnTo>
                    <a:cubicBezTo>
                      <a:pt x="6428" y="140"/>
                      <a:pt x="6278" y="1"/>
                      <a:pt x="61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56"/>
              <p:cNvSpPr/>
              <p:nvPr/>
            </p:nvSpPr>
            <p:spPr>
              <a:xfrm>
                <a:off x="-1541125" y="3719125"/>
                <a:ext cx="120525" cy="118275"/>
              </a:xfrm>
              <a:custGeom>
                <a:avLst/>
                <a:gdLst/>
                <a:ahLst/>
                <a:cxnLst/>
                <a:rect l="l" t="t" r="r" b="b"/>
                <a:pathLst>
                  <a:path w="4821" h="4731" extrusionOk="0">
                    <a:moveTo>
                      <a:pt x="2340" y="1"/>
                    </a:moveTo>
                    <a:cubicBezTo>
                      <a:pt x="1722" y="1"/>
                      <a:pt x="1163" y="241"/>
                      <a:pt x="725" y="679"/>
                    </a:cubicBezTo>
                    <a:cubicBezTo>
                      <a:pt x="284" y="1120"/>
                      <a:pt x="0" y="1750"/>
                      <a:pt x="0" y="2380"/>
                    </a:cubicBezTo>
                    <a:cubicBezTo>
                      <a:pt x="0" y="3943"/>
                      <a:pt x="1211" y="4731"/>
                      <a:pt x="2420" y="4731"/>
                    </a:cubicBezTo>
                    <a:cubicBezTo>
                      <a:pt x="3622" y="4731"/>
                      <a:pt x="4821" y="3951"/>
                      <a:pt x="4821" y="2380"/>
                    </a:cubicBezTo>
                    <a:cubicBezTo>
                      <a:pt x="4821" y="2096"/>
                      <a:pt x="4758" y="1844"/>
                      <a:pt x="4663" y="1592"/>
                    </a:cubicBezTo>
                    <a:lnTo>
                      <a:pt x="4096" y="2159"/>
                    </a:lnTo>
                    <a:cubicBezTo>
                      <a:pt x="4253" y="3199"/>
                      <a:pt x="3434" y="4081"/>
                      <a:pt x="2395" y="4081"/>
                    </a:cubicBezTo>
                    <a:cubicBezTo>
                      <a:pt x="882" y="4081"/>
                      <a:pt x="126" y="2222"/>
                      <a:pt x="1197" y="1151"/>
                    </a:cubicBezTo>
                    <a:cubicBezTo>
                      <a:pt x="1522" y="827"/>
                      <a:pt x="1984" y="665"/>
                      <a:pt x="2428" y="665"/>
                    </a:cubicBezTo>
                    <a:cubicBezTo>
                      <a:pt x="2501" y="665"/>
                      <a:pt x="2575" y="670"/>
                      <a:pt x="2647" y="679"/>
                    </a:cubicBezTo>
                    <a:lnTo>
                      <a:pt x="3182" y="143"/>
                    </a:lnTo>
                    <a:cubicBezTo>
                      <a:pt x="2894" y="47"/>
                      <a:pt x="2611" y="1"/>
                      <a:pt x="23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56"/>
              <p:cNvSpPr/>
              <p:nvPr/>
            </p:nvSpPr>
            <p:spPr>
              <a:xfrm>
                <a:off x="-1591550" y="3668825"/>
                <a:ext cx="222925" cy="223225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8929" extrusionOk="0">
                    <a:moveTo>
                      <a:pt x="4475" y="1"/>
                    </a:moveTo>
                    <a:cubicBezTo>
                      <a:pt x="3329" y="1"/>
                      <a:pt x="2187" y="454"/>
                      <a:pt x="1324" y="1336"/>
                    </a:cubicBezTo>
                    <a:cubicBezTo>
                      <a:pt x="474" y="2155"/>
                      <a:pt x="1" y="3289"/>
                      <a:pt x="1" y="4486"/>
                    </a:cubicBezTo>
                    <a:cubicBezTo>
                      <a:pt x="1" y="6912"/>
                      <a:pt x="2017" y="8929"/>
                      <a:pt x="4475" y="8929"/>
                    </a:cubicBezTo>
                    <a:cubicBezTo>
                      <a:pt x="6901" y="8929"/>
                      <a:pt x="8917" y="6912"/>
                      <a:pt x="8917" y="4486"/>
                    </a:cubicBezTo>
                    <a:cubicBezTo>
                      <a:pt x="8917" y="3604"/>
                      <a:pt x="8696" y="2817"/>
                      <a:pt x="8255" y="2124"/>
                    </a:cubicBezTo>
                    <a:cubicBezTo>
                      <a:pt x="8098" y="2218"/>
                      <a:pt x="7342" y="2943"/>
                      <a:pt x="7184" y="3100"/>
                    </a:cubicBezTo>
                    <a:cubicBezTo>
                      <a:pt x="8161" y="5148"/>
                      <a:pt x="6680" y="7511"/>
                      <a:pt x="4412" y="7511"/>
                    </a:cubicBezTo>
                    <a:cubicBezTo>
                      <a:pt x="1702" y="7511"/>
                      <a:pt x="316" y="4203"/>
                      <a:pt x="2269" y="2281"/>
                    </a:cubicBezTo>
                    <a:cubicBezTo>
                      <a:pt x="2869" y="1681"/>
                      <a:pt x="3659" y="1373"/>
                      <a:pt x="4447" y="1373"/>
                    </a:cubicBezTo>
                    <a:cubicBezTo>
                      <a:pt x="4900" y="1373"/>
                      <a:pt x="5352" y="1475"/>
                      <a:pt x="5766" y="1682"/>
                    </a:cubicBezTo>
                    <a:cubicBezTo>
                      <a:pt x="5924" y="1525"/>
                      <a:pt x="6617" y="800"/>
                      <a:pt x="6838" y="706"/>
                    </a:cubicBezTo>
                    <a:cubicBezTo>
                      <a:pt x="6115" y="233"/>
                      <a:pt x="5294" y="1"/>
                      <a:pt x="447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517" name="Google Shape;517;p57"/>
          <p:cNvSpPr txBox="1">
            <a:spLocks noGrp="1"/>
          </p:cNvSpPr>
          <p:nvPr>
            <p:ph type="subTitle" idx="1"/>
          </p:nvPr>
        </p:nvSpPr>
        <p:spPr>
          <a:xfrm>
            <a:off x="3201075" y="1217000"/>
            <a:ext cx="362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18" name="Google Shape;518;p57"/>
          <p:cNvSpPr txBox="1">
            <a:spLocks noGrp="1"/>
          </p:cNvSpPr>
          <p:nvPr>
            <p:ph type="subTitle" idx="2"/>
          </p:nvPr>
        </p:nvSpPr>
        <p:spPr>
          <a:xfrm>
            <a:off x="3201075" y="1633877"/>
            <a:ext cx="3624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19" name="Google Shape;519;p57"/>
          <p:cNvSpPr txBox="1">
            <a:spLocks noGrp="1"/>
          </p:cNvSpPr>
          <p:nvPr>
            <p:ph type="subTitle" idx="3"/>
          </p:nvPr>
        </p:nvSpPr>
        <p:spPr>
          <a:xfrm>
            <a:off x="3201075" y="2802987"/>
            <a:ext cx="3624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0" name="Google Shape;520;p57"/>
          <p:cNvSpPr txBox="1">
            <a:spLocks noGrp="1"/>
          </p:cNvSpPr>
          <p:nvPr>
            <p:ph type="subTitle" idx="4"/>
          </p:nvPr>
        </p:nvSpPr>
        <p:spPr>
          <a:xfrm>
            <a:off x="3201075" y="3972098"/>
            <a:ext cx="3624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1" name="Google Shape;521;p57"/>
          <p:cNvSpPr txBox="1">
            <a:spLocks noGrp="1"/>
          </p:cNvSpPr>
          <p:nvPr>
            <p:ph type="subTitle" idx="5"/>
          </p:nvPr>
        </p:nvSpPr>
        <p:spPr>
          <a:xfrm>
            <a:off x="3201075" y="2386111"/>
            <a:ext cx="362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22" name="Google Shape;522;p57"/>
          <p:cNvSpPr txBox="1">
            <a:spLocks noGrp="1"/>
          </p:cNvSpPr>
          <p:nvPr>
            <p:ph type="subTitle" idx="6"/>
          </p:nvPr>
        </p:nvSpPr>
        <p:spPr>
          <a:xfrm>
            <a:off x="3201075" y="3555221"/>
            <a:ext cx="362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523" name="Google Shape;523;p57"/>
          <p:cNvGrpSpPr/>
          <p:nvPr/>
        </p:nvGrpSpPr>
        <p:grpSpPr>
          <a:xfrm>
            <a:off x="-1419676" y="-197580"/>
            <a:ext cx="11138412" cy="5156504"/>
            <a:chOff x="-1419676" y="-197580"/>
            <a:chExt cx="11138412" cy="5156504"/>
          </a:xfrm>
        </p:grpSpPr>
        <p:sp>
          <p:nvSpPr>
            <p:cNvPr id="524" name="Google Shape;524;p57"/>
            <p:cNvSpPr/>
            <p:nvPr/>
          </p:nvSpPr>
          <p:spPr>
            <a:xfrm rot="10800000">
              <a:off x="8147009" y="4406744"/>
              <a:ext cx="1571727" cy="403507"/>
            </a:xfrm>
            <a:custGeom>
              <a:avLst/>
              <a:gdLst/>
              <a:ahLst/>
              <a:cxnLst/>
              <a:rect l="l" t="t" r="r" b="b"/>
              <a:pathLst>
                <a:path w="2993765" h="768585" extrusionOk="0">
                  <a:moveTo>
                    <a:pt x="2870296" y="257166"/>
                  </a:moveTo>
                  <a:lnTo>
                    <a:pt x="1714690" y="257166"/>
                  </a:lnTo>
                  <a:cubicBezTo>
                    <a:pt x="1643658" y="257166"/>
                    <a:pt x="1586138" y="314748"/>
                    <a:pt x="1586138" y="385718"/>
                  </a:cubicBezTo>
                  <a:cubicBezTo>
                    <a:pt x="1586138" y="456689"/>
                    <a:pt x="1643720" y="514271"/>
                    <a:pt x="1714690" y="514271"/>
                  </a:cubicBezTo>
                  <a:lnTo>
                    <a:pt x="2011649" y="514271"/>
                  </a:lnTo>
                  <a:cubicBezTo>
                    <a:pt x="2082681" y="514271"/>
                    <a:pt x="2140201" y="571853"/>
                    <a:pt x="2140201" y="642823"/>
                  </a:cubicBezTo>
                  <a:lnTo>
                    <a:pt x="2140201" y="642823"/>
                  </a:lnTo>
                  <a:cubicBezTo>
                    <a:pt x="2140201" y="713855"/>
                    <a:pt x="2082619" y="771375"/>
                    <a:pt x="2011649" y="771375"/>
                  </a:cubicBezTo>
                  <a:lnTo>
                    <a:pt x="0" y="771375"/>
                  </a:lnTo>
                  <a:lnTo>
                    <a:pt x="0" y="0"/>
                  </a:lnTo>
                  <a:lnTo>
                    <a:pt x="2870296" y="0"/>
                  </a:lnTo>
                  <a:cubicBezTo>
                    <a:pt x="2941328" y="0"/>
                    <a:pt x="2998848" y="57582"/>
                    <a:pt x="2998848" y="128552"/>
                  </a:cubicBezTo>
                  <a:cubicBezTo>
                    <a:pt x="2998848" y="199522"/>
                    <a:pt x="2941266" y="257104"/>
                    <a:pt x="2870296" y="257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57"/>
            <p:cNvSpPr/>
            <p:nvPr/>
          </p:nvSpPr>
          <p:spPr>
            <a:xfrm rot="10800000" flipH="1">
              <a:off x="-1419676" y="4474220"/>
              <a:ext cx="2509060" cy="484704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57"/>
            <p:cNvSpPr/>
            <p:nvPr/>
          </p:nvSpPr>
          <p:spPr>
            <a:xfrm rot="10800000" flipH="1">
              <a:off x="258524" y="-197580"/>
              <a:ext cx="2509060" cy="484704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7" name="Google Shape;527;p57"/>
          <p:cNvGrpSpPr/>
          <p:nvPr/>
        </p:nvGrpSpPr>
        <p:grpSpPr>
          <a:xfrm>
            <a:off x="225657" y="153313"/>
            <a:ext cx="9181754" cy="4782475"/>
            <a:chOff x="225657" y="153313"/>
            <a:chExt cx="9181754" cy="4782475"/>
          </a:xfrm>
        </p:grpSpPr>
        <p:sp>
          <p:nvSpPr>
            <p:cNvPr id="528" name="Google Shape;528;p57"/>
            <p:cNvSpPr/>
            <p:nvPr/>
          </p:nvSpPr>
          <p:spPr>
            <a:xfrm rot="10800000">
              <a:off x="7546382" y="480198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529" name="Google Shape;529;p57"/>
            <p:cNvGrpSpPr/>
            <p:nvPr/>
          </p:nvGrpSpPr>
          <p:grpSpPr>
            <a:xfrm rot="10800000">
              <a:off x="8629962" y="1783736"/>
              <a:ext cx="777449" cy="404251"/>
              <a:chOff x="-794166" y="-3748111"/>
              <a:chExt cx="777449" cy="404251"/>
            </a:xfrm>
          </p:grpSpPr>
          <p:sp>
            <p:nvSpPr>
              <p:cNvPr id="530" name="Google Shape;530;p57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531;p57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" name="Google Shape;532;p57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" name="Google Shape;533;p57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" name="Google Shape;534;p57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" name="Google Shape;535;p57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" name="Google Shape;536;p57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" name="Google Shape;537;p57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57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57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57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57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57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57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57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45" name="Google Shape;545;p57"/>
            <p:cNvSpPr/>
            <p:nvPr/>
          </p:nvSpPr>
          <p:spPr>
            <a:xfrm rot="10800000">
              <a:off x="225657" y="2187963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546" name="Google Shape;546;p57"/>
            <p:cNvSpPr/>
            <p:nvPr/>
          </p:nvSpPr>
          <p:spPr>
            <a:xfrm rot="10800000">
              <a:off x="1366282" y="468402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547" name="Google Shape;547;p57"/>
            <p:cNvSpPr/>
            <p:nvPr/>
          </p:nvSpPr>
          <p:spPr>
            <a:xfrm rot="10800000">
              <a:off x="7546382" y="153313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550" name="Google Shape;550;p58"/>
          <p:cNvSpPr txBox="1">
            <a:spLocks noGrp="1"/>
          </p:cNvSpPr>
          <p:nvPr>
            <p:ph type="subTitle" idx="1"/>
          </p:nvPr>
        </p:nvSpPr>
        <p:spPr>
          <a:xfrm>
            <a:off x="1163736" y="1317466"/>
            <a:ext cx="296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51" name="Google Shape;551;p58"/>
          <p:cNvSpPr txBox="1">
            <a:spLocks noGrp="1"/>
          </p:cNvSpPr>
          <p:nvPr>
            <p:ph type="subTitle" idx="2"/>
          </p:nvPr>
        </p:nvSpPr>
        <p:spPr>
          <a:xfrm>
            <a:off x="1163738" y="1712691"/>
            <a:ext cx="2967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52" name="Google Shape;552;p58"/>
          <p:cNvSpPr txBox="1">
            <a:spLocks noGrp="1"/>
          </p:cNvSpPr>
          <p:nvPr>
            <p:ph type="subTitle" idx="3"/>
          </p:nvPr>
        </p:nvSpPr>
        <p:spPr>
          <a:xfrm>
            <a:off x="5013264" y="1712691"/>
            <a:ext cx="2967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53" name="Google Shape;553;p58"/>
          <p:cNvSpPr txBox="1">
            <a:spLocks noGrp="1"/>
          </p:cNvSpPr>
          <p:nvPr>
            <p:ph type="subTitle" idx="4"/>
          </p:nvPr>
        </p:nvSpPr>
        <p:spPr>
          <a:xfrm>
            <a:off x="1163738" y="3323191"/>
            <a:ext cx="2967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54" name="Google Shape;554;p58"/>
          <p:cNvSpPr txBox="1">
            <a:spLocks noGrp="1"/>
          </p:cNvSpPr>
          <p:nvPr>
            <p:ph type="subTitle" idx="5"/>
          </p:nvPr>
        </p:nvSpPr>
        <p:spPr>
          <a:xfrm>
            <a:off x="5013264" y="3323191"/>
            <a:ext cx="2967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55" name="Google Shape;555;p58"/>
          <p:cNvSpPr txBox="1">
            <a:spLocks noGrp="1"/>
          </p:cNvSpPr>
          <p:nvPr>
            <p:ph type="subTitle" idx="6"/>
          </p:nvPr>
        </p:nvSpPr>
        <p:spPr>
          <a:xfrm>
            <a:off x="1163736" y="2927966"/>
            <a:ext cx="296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56" name="Google Shape;556;p58"/>
          <p:cNvSpPr txBox="1">
            <a:spLocks noGrp="1"/>
          </p:cNvSpPr>
          <p:nvPr>
            <p:ph type="subTitle" idx="7"/>
          </p:nvPr>
        </p:nvSpPr>
        <p:spPr>
          <a:xfrm>
            <a:off x="5013261" y="1317466"/>
            <a:ext cx="296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57" name="Google Shape;557;p58"/>
          <p:cNvSpPr txBox="1">
            <a:spLocks noGrp="1"/>
          </p:cNvSpPr>
          <p:nvPr>
            <p:ph type="subTitle" idx="8"/>
          </p:nvPr>
        </p:nvSpPr>
        <p:spPr>
          <a:xfrm>
            <a:off x="5013261" y="2927966"/>
            <a:ext cx="296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558" name="Google Shape;558;p58"/>
          <p:cNvGrpSpPr/>
          <p:nvPr/>
        </p:nvGrpSpPr>
        <p:grpSpPr>
          <a:xfrm>
            <a:off x="807421" y="-89411"/>
            <a:ext cx="8208950" cy="5190349"/>
            <a:chOff x="807421" y="-89411"/>
            <a:chExt cx="8208950" cy="5190349"/>
          </a:xfrm>
        </p:grpSpPr>
        <p:sp>
          <p:nvSpPr>
            <p:cNvPr id="559" name="Google Shape;559;p58"/>
            <p:cNvSpPr/>
            <p:nvPr/>
          </p:nvSpPr>
          <p:spPr>
            <a:xfrm flipH="1">
              <a:off x="8882571" y="121528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560" name="Google Shape;560;p58"/>
            <p:cNvGrpSpPr/>
            <p:nvPr/>
          </p:nvGrpSpPr>
          <p:grpSpPr>
            <a:xfrm flipH="1">
              <a:off x="7879838" y="-89411"/>
              <a:ext cx="777449" cy="404251"/>
              <a:chOff x="-794166" y="-3748111"/>
              <a:chExt cx="777449" cy="404251"/>
            </a:xfrm>
          </p:grpSpPr>
          <p:sp>
            <p:nvSpPr>
              <p:cNvPr id="561" name="Google Shape;561;p58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58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58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" name="Google Shape;564;p58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" name="Google Shape;565;p58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58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58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58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58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58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58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58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58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58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58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76" name="Google Shape;576;p58"/>
            <p:cNvSpPr/>
            <p:nvPr/>
          </p:nvSpPr>
          <p:spPr>
            <a:xfrm flipH="1">
              <a:off x="807421" y="18103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577" name="Google Shape;577;p58"/>
            <p:cNvSpPr/>
            <p:nvPr/>
          </p:nvSpPr>
          <p:spPr>
            <a:xfrm flipH="1">
              <a:off x="5735896" y="5001500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578" name="Google Shape;578;p58"/>
            <p:cNvSpPr/>
            <p:nvPr/>
          </p:nvSpPr>
          <p:spPr>
            <a:xfrm flipH="1">
              <a:off x="1262571" y="496713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grpSp>
        <p:nvGrpSpPr>
          <p:cNvPr id="579" name="Google Shape;579;p58"/>
          <p:cNvGrpSpPr/>
          <p:nvPr/>
        </p:nvGrpSpPr>
        <p:grpSpPr>
          <a:xfrm>
            <a:off x="-254578" y="2294373"/>
            <a:ext cx="11493752" cy="2897777"/>
            <a:chOff x="-254578" y="2294373"/>
            <a:chExt cx="11493752" cy="2897777"/>
          </a:xfrm>
        </p:grpSpPr>
        <p:grpSp>
          <p:nvGrpSpPr>
            <p:cNvPr id="580" name="Google Shape;580;p58"/>
            <p:cNvGrpSpPr/>
            <p:nvPr/>
          </p:nvGrpSpPr>
          <p:grpSpPr>
            <a:xfrm>
              <a:off x="-254578" y="4731841"/>
              <a:ext cx="11493752" cy="460309"/>
              <a:chOff x="-254578" y="4731841"/>
              <a:chExt cx="11493752" cy="460309"/>
            </a:xfrm>
          </p:grpSpPr>
          <p:sp>
            <p:nvSpPr>
              <p:cNvPr id="581" name="Google Shape;581;p58"/>
              <p:cNvSpPr/>
              <p:nvPr/>
            </p:nvSpPr>
            <p:spPr>
              <a:xfrm rot="10800000" flipH="1">
                <a:off x="-254578" y="4731841"/>
                <a:ext cx="1122662" cy="288219"/>
              </a:xfrm>
              <a:custGeom>
                <a:avLst/>
                <a:gdLst/>
                <a:ahLst/>
                <a:cxnLst/>
                <a:rect l="l" t="t" r="r" b="b"/>
                <a:pathLst>
                  <a:path w="2993765" h="768585" extrusionOk="0">
                    <a:moveTo>
                      <a:pt x="2870296" y="257166"/>
                    </a:moveTo>
                    <a:lnTo>
                      <a:pt x="1714690" y="257166"/>
                    </a:lnTo>
                    <a:cubicBezTo>
                      <a:pt x="1643658" y="257166"/>
                      <a:pt x="1586138" y="314748"/>
                      <a:pt x="1586138" y="385718"/>
                    </a:cubicBezTo>
                    <a:cubicBezTo>
                      <a:pt x="1586138" y="456689"/>
                      <a:pt x="1643720" y="514271"/>
                      <a:pt x="1714690" y="514271"/>
                    </a:cubicBezTo>
                    <a:lnTo>
                      <a:pt x="2011649" y="514271"/>
                    </a:lnTo>
                    <a:cubicBezTo>
                      <a:pt x="2082681" y="514271"/>
                      <a:pt x="2140201" y="571853"/>
                      <a:pt x="2140201" y="642823"/>
                    </a:cubicBezTo>
                    <a:lnTo>
                      <a:pt x="2140201" y="642823"/>
                    </a:lnTo>
                    <a:cubicBezTo>
                      <a:pt x="2140201" y="713855"/>
                      <a:pt x="2082619" y="771375"/>
                      <a:pt x="2011649" y="771375"/>
                    </a:cubicBezTo>
                    <a:lnTo>
                      <a:pt x="0" y="771375"/>
                    </a:lnTo>
                    <a:lnTo>
                      <a:pt x="0" y="0"/>
                    </a:lnTo>
                    <a:lnTo>
                      <a:pt x="2870296" y="0"/>
                    </a:lnTo>
                    <a:cubicBezTo>
                      <a:pt x="2941328" y="0"/>
                      <a:pt x="2998848" y="57582"/>
                      <a:pt x="2998848" y="128552"/>
                    </a:cubicBezTo>
                    <a:cubicBezTo>
                      <a:pt x="2998848" y="199522"/>
                      <a:pt x="2941266" y="257104"/>
                      <a:pt x="2870296" y="2571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58"/>
              <p:cNvSpPr/>
              <p:nvPr/>
            </p:nvSpPr>
            <p:spPr>
              <a:xfrm flipH="1">
                <a:off x="7769074" y="4875950"/>
                <a:ext cx="3470100" cy="3162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endParaRPr>
              </a:p>
            </p:txBody>
          </p:sp>
        </p:grpSp>
        <p:grpSp>
          <p:nvGrpSpPr>
            <p:cNvPr id="583" name="Google Shape;583;p58"/>
            <p:cNvGrpSpPr/>
            <p:nvPr/>
          </p:nvGrpSpPr>
          <p:grpSpPr>
            <a:xfrm flipH="1">
              <a:off x="-236126" y="2294373"/>
              <a:ext cx="495830" cy="491822"/>
              <a:chOff x="-4475825" y="3612425"/>
              <a:chExt cx="293825" cy="291450"/>
            </a:xfrm>
          </p:grpSpPr>
          <p:sp>
            <p:nvSpPr>
              <p:cNvPr id="584" name="Google Shape;584;p58"/>
              <p:cNvSpPr/>
              <p:nvPr/>
            </p:nvSpPr>
            <p:spPr>
              <a:xfrm>
                <a:off x="-4349800" y="3664400"/>
                <a:ext cx="34675" cy="33100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1324" extrusionOk="0">
                    <a:moveTo>
                      <a:pt x="694" y="1"/>
                    </a:moveTo>
                    <a:cubicBezTo>
                      <a:pt x="347" y="1"/>
                      <a:pt x="32" y="316"/>
                      <a:pt x="32" y="662"/>
                    </a:cubicBezTo>
                    <a:cubicBezTo>
                      <a:pt x="1" y="1040"/>
                      <a:pt x="316" y="1324"/>
                      <a:pt x="694" y="1324"/>
                    </a:cubicBezTo>
                    <a:cubicBezTo>
                      <a:pt x="1103" y="1324"/>
                      <a:pt x="1387" y="1009"/>
                      <a:pt x="1387" y="662"/>
                    </a:cubicBezTo>
                    <a:cubicBezTo>
                      <a:pt x="1387" y="284"/>
                      <a:pt x="1072" y="1"/>
                      <a:pt x="6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58"/>
              <p:cNvSpPr/>
              <p:nvPr/>
            </p:nvSpPr>
            <p:spPr>
              <a:xfrm>
                <a:off x="-4366325" y="3714800"/>
                <a:ext cx="68525" cy="34700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388" extrusionOk="0">
                    <a:moveTo>
                      <a:pt x="1008" y="1"/>
                    </a:moveTo>
                    <a:cubicBezTo>
                      <a:pt x="473" y="1"/>
                      <a:pt x="0" y="474"/>
                      <a:pt x="0" y="1009"/>
                    </a:cubicBezTo>
                    <a:lnTo>
                      <a:pt x="0" y="1387"/>
                    </a:lnTo>
                    <a:lnTo>
                      <a:pt x="2741" y="1387"/>
                    </a:lnTo>
                    <a:lnTo>
                      <a:pt x="2741" y="1009"/>
                    </a:lnTo>
                    <a:cubicBezTo>
                      <a:pt x="2741" y="474"/>
                      <a:pt x="2268" y="1"/>
                      <a:pt x="16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p58"/>
              <p:cNvSpPr/>
              <p:nvPr/>
            </p:nvSpPr>
            <p:spPr>
              <a:xfrm>
                <a:off x="-4475825" y="3612425"/>
                <a:ext cx="293825" cy="291450"/>
              </a:xfrm>
              <a:custGeom>
                <a:avLst/>
                <a:gdLst/>
                <a:ahLst/>
                <a:cxnLst/>
                <a:rect l="l" t="t" r="r" b="b"/>
                <a:pathLst>
                  <a:path w="11753" h="11658" extrusionOk="0">
                    <a:moveTo>
                      <a:pt x="5703" y="1324"/>
                    </a:moveTo>
                    <a:cubicBezTo>
                      <a:pt x="6459" y="1324"/>
                      <a:pt x="7089" y="1954"/>
                      <a:pt x="7089" y="2710"/>
                    </a:cubicBezTo>
                    <a:cubicBezTo>
                      <a:pt x="7089" y="3025"/>
                      <a:pt x="6963" y="3340"/>
                      <a:pt x="6774" y="3592"/>
                    </a:cubicBezTo>
                    <a:cubicBezTo>
                      <a:pt x="7373" y="3844"/>
                      <a:pt x="7751" y="4443"/>
                      <a:pt x="7751" y="5104"/>
                    </a:cubicBezTo>
                    <a:lnTo>
                      <a:pt x="7751" y="5766"/>
                    </a:lnTo>
                    <a:lnTo>
                      <a:pt x="7783" y="5766"/>
                    </a:lnTo>
                    <a:cubicBezTo>
                      <a:pt x="7783" y="5986"/>
                      <a:pt x="7625" y="6144"/>
                      <a:pt x="7436" y="6144"/>
                    </a:cubicBezTo>
                    <a:lnTo>
                      <a:pt x="4002" y="6144"/>
                    </a:lnTo>
                    <a:cubicBezTo>
                      <a:pt x="3813" y="6144"/>
                      <a:pt x="3655" y="5986"/>
                      <a:pt x="3655" y="5766"/>
                    </a:cubicBezTo>
                    <a:lnTo>
                      <a:pt x="3655" y="5104"/>
                    </a:lnTo>
                    <a:cubicBezTo>
                      <a:pt x="3655" y="4443"/>
                      <a:pt x="4065" y="3844"/>
                      <a:pt x="4664" y="3592"/>
                    </a:cubicBezTo>
                    <a:cubicBezTo>
                      <a:pt x="4443" y="3340"/>
                      <a:pt x="4348" y="3056"/>
                      <a:pt x="4348" y="2710"/>
                    </a:cubicBezTo>
                    <a:cubicBezTo>
                      <a:pt x="4348" y="1954"/>
                      <a:pt x="4979" y="1324"/>
                      <a:pt x="5703" y="1324"/>
                    </a:cubicBezTo>
                    <a:close/>
                    <a:moveTo>
                      <a:pt x="5798" y="0"/>
                    </a:moveTo>
                    <a:cubicBezTo>
                      <a:pt x="3561" y="0"/>
                      <a:pt x="1702" y="1859"/>
                      <a:pt x="1702" y="4096"/>
                    </a:cubicBezTo>
                    <a:cubicBezTo>
                      <a:pt x="1702" y="5041"/>
                      <a:pt x="2017" y="5955"/>
                      <a:pt x="2553" y="6616"/>
                    </a:cubicBezTo>
                    <a:lnTo>
                      <a:pt x="1702" y="7120"/>
                    </a:lnTo>
                    <a:cubicBezTo>
                      <a:pt x="1513" y="6963"/>
                      <a:pt x="1293" y="6900"/>
                      <a:pt x="1040" y="6900"/>
                    </a:cubicBezTo>
                    <a:cubicBezTo>
                      <a:pt x="473" y="6900"/>
                      <a:pt x="1" y="7341"/>
                      <a:pt x="1" y="7908"/>
                    </a:cubicBezTo>
                    <a:cubicBezTo>
                      <a:pt x="1" y="8475"/>
                      <a:pt x="473" y="8948"/>
                      <a:pt x="1040" y="8948"/>
                    </a:cubicBezTo>
                    <a:cubicBezTo>
                      <a:pt x="1576" y="8948"/>
                      <a:pt x="2049" y="8475"/>
                      <a:pt x="2049" y="7908"/>
                    </a:cubicBezTo>
                    <a:lnTo>
                      <a:pt x="2049" y="7719"/>
                    </a:lnTo>
                    <a:lnTo>
                      <a:pt x="3025" y="7120"/>
                    </a:lnTo>
                    <a:cubicBezTo>
                      <a:pt x="3309" y="7372"/>
                      <a:pt x="3592" y="7593"/>
                      <a:pt x="3939" y="7751"/>
                    </a:cubicBezTo>
                    <a:lnTo>
                      <a:pt x="3277" y="8948"/>
                    </a:lnTo>
                    <a:lnTo>
                      <a:pt x="3088" y="8948"/>
                    </a:lnTo>
                    <a:cubicBezTo>
                      <a:pt x="2521" y="8948"/>
                      <a:pt x="2049" y="9420"/>
                      <a:pt x="2049" y="9956"/>
                    </a:cubicBezTo>
                    <a:cubicBezTo>
                      <a:pt x="2049" y="10523"/>
                      <a:pt x="2521" y="10996"/>
                      <a:pt x="3088" y="10996"/>
                    </a:cubicBezTo>
                    <a:cubicBezTo>
                      <a:pt x="3624" y="10996"/>
                      <a:pt x="4096" y="10523"/>
                      <a:pt x="4096" y="9956"/>
                    </a:cubicBezTo>
                    <a:cubicBezTo>
                      <a:pt x="4096" y="9735"/>
                      <a:pt x="4033" y="9483"/>
                      <a:pt x="3876" y="9294"/>
                    </a:cubicBezTo>
                    <a:lnTo>
                      <a:pt x="4569" y="8034"/>
                    </a:lnTo>
                    <a:cubicBezTo>
                      <a:pt x="4853" y="8097"/>
                      <a:pt x="5168" y="8192"/>
                      <a:pt x="5483" y="8223"/>
                    </a:cubicBezTo>
                    <a:lnTo>
                      <a:pt x="5483" y="9672"/>
                    </a:lnTo>
                    <a:cubicBezTo>
                      <a:pt x="5073" y="9830"/>
                      <a:pt x="4821" y="10208"/>
                      <a:pt x="4821" y="10617"/>
                    </a:cubicBezTo>
                    <a:cubicBezTo>
                      <a:pt x="4821" y="11185"/>
                      <a:pt x="5294" y="11657"/>
                      <a:pt x="5829" y="11657"/>
                    </a:cubicBezTo>
                    <a:cubicBezTo>
                      <a:pt x="6396" y="11657"/>
                      <a:pt x="6869" y="11185"/>
                      <a:pt x="6869" y="10617"/>
                    </a:cubicBezTo>
                    <a:cubicBezTo>
                      <a:pt x="6869" y="10208"/>
                      <a:pt x="6585" y="9798"/>
                      <a:pt x="6176" y="9672"/>
                    </a:cubicBezTo>
                    <a:lnTo>
                      <a:pt x="6176" y="8223"/>
                    </a:lnTo>
                    <a:cubicBezTo>
                      <a:pt x="6491" y="8192"/>
                      <a:pt x="6806" y="8160"/>
                      <a:pt x="7089" y="8034"/>
                    </a:cubicBezTo>
                    <a:lnTo>
                      <a:pt x="7814" y="9294"/>
                    </a:lnTo>
                    <a:cubicBezTo>
                      <a:pt x="7657" y="9483"/>
                      <a:pt x="7562" y="9672"/>
                      <a:pt x="7562" y="9956"/>
                    </a:cubicBezTo>
                    <a:cubicBezTo>
                      <a:pt x="7562" y="10523"/>
                      <a:pt x="8035" y="10996"/>
                      <a:pt x="8602" y="10996"/>
                    </a:cubicBezTo>
                    <a:cubicBezTo>
                      <a:pt x="9137" y="10996"/>
                      <a:pt x="9610" y="10523"/>
                      <a:pt x="9610" y="9956"/>
                    </a:cubicBezTo>
                    <a:cubicBezTo>
                      <a:pt x="9610" y="9420"/>
                      <a:pt x="9137" y="8948"/>
                      <a:pt x="8602" y="8948"/>
                    </a:cubicBezTo>
                    <a:lnTo>
                      <a:pt x="8381" y="8948"/>
                    </a:lnTo>
                    <a:lnTo>
                      <a:pt x="7720" y="7751"/>
                    </a:lnTo>
                    <a:cubicBezTo>
                      <a:pt x="8035" y="7593"/>
                      <a:pt x="8350" y="7372"/>
                      <a:pt x="8633" y="7120"/>
                    </a:cubicBezTo>
                    <a:lnTo>
                      <a:pt x="9704" y="7719"/>
                    </a:lnTo>
                    <a:lnTo>
                      <a:pt x="9704" y="7908"/>
                    </a:lnTo>
                    <a:cubicBezTo>
                      <a:pt x="9704" y="8475"/>
                      <a:pt x="10177" y="8948"/>
                      <a:pt x="10713" y="8948"/>
                    </a:cubicBezTo>
                    <a:cubicBezTo>
                      <a:pt x="11280" y="8948"/>
                      <a:pt x="11752" y="8475"/>
                      <a:pt x="11752" y="7908"/>
                    </a:cubicBezTo>
                    <a:cubicBezTo>
                      <a:pt x="11626" y="7309"/>
                      <a:pt x="11154" y="6900"/>
                      <a:pt x="10586" y="6900"/>
                    </a:cubicBezTo>
                    <a:cubicBezTo>
                      <a:pt x="10366" y="6900"/>
                      <a:pt x="10114" y="6963"/>
                      <a:pt x="9925" y="7120"/>
                    </a:cubicBezTo>
                    <a:lnTo>
                      <a:pt x="9011" y="6616"/>
                    </a:lnTo>
                    <a:cubicBezTo>
                      <a:pt x="9515" y="5892"/>
                      <a:pt x="9893" y="4978"/>
                      <a:pt x="9893" y="4096"/>
                    </a:cubicBezTo>
                    <a:cubicBezTo>
                      <a:pt x="9893" y="1796"/>
                      <a:pt x="8035" y="0"/>
                      <a:pt x="57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589" name="Google Shape;589;p59"/>
          <p:cNvSpPr txBox="1">
            <a:spLocks noGrp="1"/>
          </p:cNvSpPr>
          <p:nvPr>
            <p:ph type="subTitle" idx="1"/>
          </p:nvPr>
        </p:nvSpPr>
        <p:spPr>
          <a:xfrm>
            <a:off x="1371939" y="1633877"/>
            <a:ext cx="2580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0" name="Google Shape;590;p59"/>
          <p:cNvSpPr txBox="1">
            <a:spLocks noGrp="1"/>
          </p:cNvSpPr>
          <p:nvPr>
            <p:ph type="subTitle" idx="2"/>
          </p:nvPr>
        </p:nvSpPr>
        <p:spPr>
          <a:xfrm>
            <a:off x="1371939" y="2802987"/>
            <a:ext cx="2580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1" name="Google Shape;591;p59"/>
          <p:cNvSpPr txBox="1">
            <a:spLocks noGrp="1"/>
          </p:cNvSpPr>
          <p:nvPr>
            <p:ph type="subTitle" idx="3"/>
          </p:nvPr>
        </p:nvSpPr>
        <p:spPr>
          <a:xfrm>
            <a:off x="1371939" y="3972098"/>
            <a:ext cx="2582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2" name="Google Shape;592;p59"/>
          <p:cNvSpPr txBox="1">
            <a:spLocks noGrp="1"/>
          </p:cNvSpPr>
          <p:nvPr>
            <p:ph type="subTitle" idx="4"/>
          </p:nvPr>
        </p:nvSpPr>
        <p:spPr>
          <a:xfrm>
            <a:off x="5189961" y="1633877"/>
            <a:ext cx="2580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59"/>
          <p:cNvSpPr txBox="1">
            <a:spLocks noGrp="1"/>
          </p:cNvSpPr>
          <p:nvPr>
            <p:ph type="subTitle" idx="5"/>
          </p:nvPr>
        </p:nvSpPr>
        <p:spPr>
          <a:xfrm>
            <a:off x="5189961" y="2802987"/>
            <a:ext cx="2580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59"/>
          <p:cNvSpPr txBox="1">
            <a:spLocks noGrp="1"/>
          </p:cNvSpPr>
          <p:nvPr>
            <p:ph type="subTitle" idx="6"/>
          </p:nvPr>
        </p:nvSpPr>
        <p:spPr>
          <a:xfrm>
            <a:off x="5189961" y="3972098"/>
            <a:ext cx="2582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5" name="Google Shape;595;p59"/>
          <p:cNvSpPr txBox="1">
            <a:spLocks noGrp="1"/>
          </p:cNvSpPr>
          <p:nvPr>
            <p:ph type="subTitle" idx="7"/>
          </p:nvPr>
        </p:nvSpPr>
        <p:spPr>
          <a:xfrm>
            <a:off x="1371939" y="1217000"/>
            <a:ext cx="2580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96" name="Google Shape;596;p59"/>
          <p:cNvSpPr txBox="1">
            <a:spLocks noGrp="1"/>
          </p:cNvSpPr>
          <p:nvPr>
            <p:ph type="subTitle" idx="8"/>
          </p:nvPr>
        </p:nvSpPr>
        <p:spPr>
          <a:xfrm>
            <a:off x="1371939" y="2386111"/>
            <a:ext cx="2580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97" name="Google Shape;597;p59"/>
          <p:cNvSpPr txBox="1">
            <a:spLocks noGrp="1"/>
          </p:cNvSpPr>
          <p:nvPr>
            <p:ph type="subTitle" idx="9"/>
          </p:nvPr>
        </p:nvSpPr>
        <p:spPr>
          <a:xfrm>
            <a:off x="1371939" y="3555221"/>
            <a:ext cx="2582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98" name="Google Shape;598;p59"/>
          <p:cNvSpPr txBox="1">
            <a:spLocks noGrp="1"/>
          </p:cNvSpPr>
          <p:nvPr>
            <p:ph type="subTitle" idx="13"/>
          </p:nvPr>
        </p:nvSpPr>
        <p:spPr>
          <a:xfrm>
            <a:off x="5189961" y="1217000"/>
            <a:ext cx="2580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99" name="Google Shape;599;p59"/>
          <p:cNvSpPr txBox="1">
            <a:spLocks noGrp="1"/>
          </p:cNvSpPr>
          <p:nvPr>
            <p:ph type="subTitle" idx="14"/>
          </p:nvPr>
        </p:nvSpPr>
        <p:spPr>
          <a:xfrm>
            <a:off x="5189961" y="2386111"/>
            <a:ext cx="2580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00" name="Google Shape;600;p59"/>
          <p:cNvSpPr txBox="1">
            <a:spLocks noGrp="1"/>
          </p:cNvSpPr>
          <p:nvPr>
            <p:ph type="subTitle" idx="15"/>
          </p:nvPr>
        </p:nvSpPr>
        <p:spPr>
          <a:xfrm>
            <a:off x="5189961" y="3555221"/>
            <a:ext cx="2580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601" name="Google Shape;601;p59"/>
          <p:cNvGrpSpPr/>
          <p:nvPr/>
        </p:nvGrpSpPr>
        <p:grpSpPr>
          <a:xfrm>
            <a:off x="-252308" y="180602"/>
            <a:ext cx="9855405" cy="5137172"/>
            <a:chOff x="-252308" y="180602"/>
            <a:chExt cx="9855405" cy="5137172"/>
          </a:xfrm>
        </p:grpSpPr>
        <p:sp>
          <p:nvSpPr>
            <p:cNvPr id="602" name="Google Shape;602;p59"/>
            <p:cNvSpPr/>
            <p:nvPr/>
          </p:nvSpPr>
          <p:spPr>
            <a:xfrm flipH="1">
              <a:off x="7866713" y="180602"/>
              <a:ext cx="1736384" cy="445779"/>
            </a:xfrm>
            <a:custGeom>
              <a:avLst/>
              <a:gdLst/>
              <a:ahLst/>
              <a:cxnLst/>
              <a:rect l="l" t="t" r="r" b="b"/>
              <a:pathLst>
                <a:path w="2993765" h="768585" extrusionOk="0">
                  <a:moveTo>
                    <a:pt x="2870296" y="257166"/>
                  </a:moveTo>
                  <a:lnTo>
                    <a:pt x="1714690" y="257166"/>
                  </a:lnTo>
                  <a:cubicBezTo>
                    <a:pt x="1643658" y="257166"/>
                    <a:pt x="1586138" y="314748"/>
                    <a:pt x="1586138" y="385718"/>
                  </a:cubicBezTo>
                  <a:cubicBezTo>
                    <a:pt x="1586138" y="456689"/>
                    <a:pt x="1643720" y="514271"/>
                    <a:pt x="1714690" y="514271"/>
                  </a:cubicBezTo>
                  <a:lnTo>
                    <a:pt x="2011649" y="514271"/>
                  </a:lnTo>
                  <a:cubicBezTo>
                    <a:pt x="2082681" y="514271"/>
                    <a:pt x="2140201" y="571853"/>
                    <a:pt x="2140201" y="642823"/>
                  </a:cubicBezTo>
                  <a:lnTo>
                    <a:pt x="2140201" y="642823"/>
                  </a:lnTo>
                  <a:cubicBezTo>
                    <a:pt x="2140201" y="713855"/>
                    <a:pt x="2082619" y="771375"/>
                    <a:pt x="2011649" y="771375"/>
                  </a:cubicBezTo>
                  <a:lnTo>
                    <a:pt x="0" y="771375"/>
                  </a:lnTo>
                  <a:lnTo>
                    <a:pt x="0" y="0"/>
                  </a:lnTo>
                  <a:lnTo>
                    <a:pt x="2870296" y="0"/>
                  </a:lnTo>
                  <a:cubicBezTo>
                    <a:pt x="2941328" y="0"/>
                    <a:pt x="2998848" y="57582"/>
                    <a:pt x="2998848" y="128552"/>
                  </a:cubicBezTo>
                  <a:cubicBezTo>
                    <a:pt x="2998848" y="199522"/>
                    <a:pt x="2941266" y="257104"/>
                    <a:pt x="2870296" y="257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3" name="Google Shape;603;p59"/>
            <p:cNvGrpSpPr/>
            <p:nvPr/>
          </p:nvGrpSpPr>
          <p:grpSpPr>
            <a:xfrm rot="-1270476">
              <a:off x="-195864" y="2864632"/>
              <a:ext cx="633184" cy="430877"/>
              <a:chOff x="-1951475" y="3273100"/>
              <a:chExt cx="291875" cy="222775"/>
            </a:xfrm>
          </p:grpSpPr>
          <p:sp>
            <p:nvSpPr>
              <p:cNvPr id="604" name="Google Shape;604;p59"/>
              <p:cNvSpPr/>
              <p:nvPr/>
            </p:nvSpPr>
            <p:spPr>
              <a:xfrm>
                <a:off x="-1951475" y="3325050"/>
                <a:ext cx="51225" cy="119250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4770" extrusionOk="0">
                    <a:moveTo>
                      <a:pt x="1033" y="0"/>
                    </a:moveTo>
                    <a:cubicBezTo>
                      <a:pt x="518" y="0"/>
                      <a:pt x="0" y="339"/>
                      <a:pt x="0" y="1004"/>
                    </a:cubicBezTo>
                    <a:lnTo>
                      <a:pt x="0" y="3777"/>
                    </a:lnTo>
                    <a:cubicBezTo>
                      <a:pt x="0" y="4438"/>
                      <a:pt x="512" y="4769"/>
                      <a:pt x="1024" y="4769"/>
                    </a:cubicBezTo>
                    <a:cubicBezTo>
                      <a:pt x="1536" y="4769"/>
                      <a:pt x="2048" y="4438"/>
                      <a:pt x="2048" y="3777"/>
                    </a:cubicBezTo>
                    <a:lnTo>
                      <a:pt x="2048" y="1004"/>
                    </a:lnTo>
                    <a:cubicBezTo>
                      <a:pt x="2048" y="331"/>
                      <a:pt x="1542" y="0"/>
                      <a:pt x="10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59"/>
              <p:cNvSpPr/>
              <p:nvPr/>
            </p:nvSpPr>
            <p:spPr>
              <a:xfrm>
                <a:off x="-1711250" y="3273100"/>
                <a:ext cx="51650" cy="221725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8869" extrusionOk="0">
                    <a:moveTo>
                      <a:pt x="1027" y="0"/>
                    </a:moveTo>
                    <a:cubicBezTo>
                      <a:pt x="608" y="0"/>
                      <a:pt x="186" y="229"/>
                      <a:pt x="32" y="719"/>
                    </a:cubicBezTo>
                    <a:cubicBezTo>
                      <a:pt x="0" y="814"/>
                      <a:pt x="0" y="940"/>
                      <a:pt x="0" y="1003"/>
                    </a:cubicBezTo>
                    <a:lnTo>
                      <a:pt x="0" y="7871"/>
                    </a:lnTo>
                    <a:cubicBezTo>
                      <a:pt x="0" y="7934"/>
                      <a:pt x="0" y="8060"/>
                      <a:pt x="32" y="8123"/>
                    </a:cubicBezTo>
                    <a:cubicBezTo>
                      <a:pt x="173" y="8632"/>
                      <a:pt x="594" y="8869"/>
                      <a:pt x="1015" y="8869"/>
                    </a:cubicBezTo>
                    <a:cubicBezTo>
                      <a:pt x="1532" y="8869"/>
                      <a:pt x="2048" y="8513"/>
                      <a:pt x="2048" y="7871"/>
                    </a:cubicBezTo>
                    <a:lnTo>
                      <a:pt x="2048" y="1003"/>
                    </a:lnTo>
                    <a:cubicBezTo>
                      <a:pt x="2066" y="356"/>
                      <a:pt x="1549" y="0"/>
                      <a:pt x="10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59"/>
              <p:cNvSpPr/>
              <p:nvPr/>
            </p:nvSpPr>
            <p:spPr>
              <a:xfrm>
                <a:off x="-1886900" y="3296575"/>
                <a:ext cx="156775" cy="199300"/>
              </a:xfrm>
              <a:custGeom>
                <a:avLst/>
                <a:gdLst/>
                <a:ahLst/>
                <a:cxnLst/>
                <a:rect l="l" t="t" r="r" b="b"/>
                <a:pathLst>
                  <a:path w="6271" h="7972" extrusionOk="0">
                    <a:moveTo>
                      <a:pt x="851" y="5672"/>
                    </a:moveTo>
                    <a:lnTo>
                      <a:pt x="3466" y="6333"/>
                    </a:lnTo>
                    <a:cubicBezTo>
                      <a:pt x="3277" y="6869"/>
                      <a:pt x="2773" y="7279"/>
                      <a:pt x="2174" y="7279"/>
                    </a:cubicBezTo>
                    <a:cubicBezTo>
                      <a:pt x="1418" y="7279"/>
                      <a:pt x="788" y="6648"/>
                      <a:pt x="788" y="5892"/>
                    </a:cubicBezTo>
                    <a:cubicBezTo>
                      <a:pt x="851" y="5798"/>
                      <a:pt x="851" y="5735"/>
                      <a:pt x="851" y="5672"/>
                    </a:cubicBezTo>
                    <a:close/>
                    <a:moveTo>
                      <a:pt x="6270" y="1"/>
                    </a:moveTo>
                    <a:lnTo>
                      <a:pt x="1" y="1576"/>
                    </a:lnTo>
                    <a:cubicBezTo>
                      <a:pt x="95" y="1734"/>
                      <a:pt x="127" y="1923"/>
                      <a:pt x="127" y="2143"/>
                    </a:cubicBezTo>
                    <a:lnTo>
                      <a:pt x="127" y="4916"/>
                    </a:lnTo>
                    <a:cubicBezTo>
                      <a:pt x="127" y="5105"/>
                      <a:pt x="95" y="5294"/>
                      <a:pt x="1" y="5514"/>
                    </a:cubicBezTo>
                    <a:lnTo>
                      <a:pt x="158" y="5546"/>
                    </a:lnTo>
                    <a:cubicBezTo>
                      <a:pt x="127" y="5672"/>
                      <a:pt x="127" y="5829"/>
                      <a:pt x="127" y="5924"/>
                    </a:cubicBezTo>
                    <a:cubicBezTo>
                      <a:pt x="127" y="7090"/>
                      <a:pt x="1040" y="7972"/>
                      <a:pt x="2174" y="7972"/>
                    </a:cubicBezTo>
                    <a:cubicBezTo>
                      <a:pt x="3120" y="7972"/>
                      <a:pt x="3907" y="7405"/>
                      <a:pt x="4159" y="6522"/>
                    </a:cubicBezTo>
                    <a:lnTo>
                      <a:pt x="6270" y="7090"/>
                    </a:lnTo>
                    <a:lnTo>
                      <a:pt x="6270" y="5672"/>
                    </a:lnTo>
                    <a:lnTo>
                      <a:pt x="6270" y="2238"/>
                    </a:lnTo>
                    <a:lnTo>
                      <a:pt x="627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07" name="Google Shape;607;p59"/>
            <p:cNvSpPr/>
            <p:nvPr/>
          </p:nvSpPr>
          <p:spPr>
            <a:xfrm rot="10800000" flipH="1">
              <a:off x="3539426" y="4918420"/>
              <a:ext cx="2067247" cy="399354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8" name="Google Shape;608;p59"/>
          <p:cNvGrpSpPr/>
          <p:nvPr/>
        </p:nvGrpSpPr>
        <p:grpSpPr>
          <a:xfrm>
            <a:off x="350750" y="243238"/>
            <a:ext cx="8874309" cy="4622200"/>
            <a:chOff x="350750" y="243238"/>
            <a:chExt cx="8874309" cy="4622200"/>
          </a:xfrm>
        </p:grpSpPr>
        <p:grpSp>
          <p:nvGrpSpPr>
            <p:cNvPr id="609" name="Google Shape;609;p59"/>
            <p:cNvGrpSpPr/>
            <p:nvPr/>
          </p:nvGrpSpPr>
          <p:grpSpPr>
            <a:xfrm rot="5400000">
              <a:off x="8634209" y="3756177"/>
              <a:ext cx="777449" cy="404251"/>
              <a:chOff x="-794166" y="-3748111"/>
              <a:chExt cx="777449" cy="404251"/>
            </a:xfrm>
          </p:grpSpPr>
          <p:sp>
            <p:nvSpPr>
              <p:cNvPr id="610" name="Google Shape;610;p59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" name="Google Shape;611;p59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" name="Google Shape;612;p59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59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59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59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59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59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8" name="Google Shape;618;p59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9" name="Google Shape;619;p59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59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59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59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59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59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25" name="Google Shape;625;p59"/>
            <p:cNvSpPr/>
            <p:nvPr/>
          </p:nvSpPr>
          <p:spPr>
            <a:xfrm>
              <a:off x="350750" y="1633875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626" name="Google Shape;626;p59"/>
            <p:cNvSpPr/>
            <p:nvPr/>
          </p:nvSpPr>
          <p:spPr>
            <a:xfrm>
              <a:off x="715100" y="473163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627" name="Google Shape;627;p59"/>
            <p:cNvSpPr/>
            <p:nvPr/>
          </p:nvSpPr>
          <p:spPr>
            <a:xfrm>
              <a:off x="1598550" y="24323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628" name="Google Shape;628;p59"/>
            <p:cNvSpPr/>
            <p:nvPr/>
          </p:nvSpPr>
          <p:spPr>
            <a:xfrm>
              <a:off x="8895650" y="2539200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60"/>
          <p:cNvSpPr txBox="1">
            <a:spLocks noGrp="1"/>
          </p:cNvSpPr>
          <p:nvPr>
            <p:ph type="title"/>
          </p:nvPr>
        </p:nvSpPr>
        <p:spPr>
          <a:xfrm>
            <a:off x="914175" y="537500"/>
            <a:ext cx="3667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631" name="Google Shape;631;p60"/>
          <p:cNvSpPr txBox="1">
            <a:spLocks noGrp="1"/>
          </p:cNvSpPr>
          <p:nvPr>
            <p:ph type="subTitle" idx="1"/>
          </p:nvPr>
        </p:nvSpPr>
        <p:spPr>
          <a:xfrm>
            <a:off x="914175" y="1289600"/>
            <a:ext cx="3667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32" name="Google Shape;632;p60"/>
          <p:cNvSpPr txBox="1">
            <a:spLocks noGrp="1"/>
          </p:cNvSpPr>
          <p:nvPr>
            <p:ph type="title" idx="2"/>
          </p:nvPr>
        </p:nvSpPr>
        <p:spPr>
          <a:xfrm>
            <a:off x="914175" y="1834000"/>
            <a:ext cx="3667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633" name="Google Shape;633;p60"/>
          <p:cNvSpPr txBox="1">
            <a:spLocks noGrp="1"/>
          </p:cNvSpPr>
          <p:nvPr>
            <p:ph type="subTitle" idx="3"/>
          </p:nvPr>
        </p:nvSpPr>
        <p:spPr>
          <a:xfrm>
            <a:off x="914175" y="2586100"/>
            <a:ext cx="3667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34" name="Google Shape;634;p60"/>
          <p:cNvSpPr txBox="1">
            <a:spLocks noGrp="1"/>
          </p:cNvSpPr>
          <p:nvPr>
            <p:ph type="title" idx="4"/>
          </p:nvPr>
        </p:nvSpPr>
        <p:spPr>
          <a:xfrm>
            <a:off x="914175" y="3130499"/>
            <a:ext cx="3667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635" name="Google Shape;635;p60"/>
          <p:cNvSpPr txBox="1">
            <a:spLocks noGrp="1"/>
          </p:cNvSpPr>
          <p:nvPr>
            <p:ph type="subTitle" idx="5"/>
          </p:nvPr>
        </p:nvSpPr>
        <p:spPr>
          <a:xfrm>
            <a:off x="914175" y="3882600"/>
            <a:ext cx="3667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636" name="Google Shape;636;p60"/>
          <p:cNvGrpSpPr/>
          <p:nvPr/>
        </p:nvGrpSpPr>
        <p:grpSpPr>
          <a:xfrm>
            <a:off x="-612553" y="154214"/>
            <a:ext cx="10331289" cy="5012473"/>
            <a:chOff x="-612553" y="154214"/>
            <a:chExt cx="10331289" cy="5012473"/>
          </a:xfrm>
        </p:grpSpPr>
        <p:sp>
          <p:nvSpPr>
            <p:cNvPr id="637" name="Google Shape;637;p60"/>
            <p:cNvSpPr/>
            <p:nvPr/>
          </p:nvSpPr>
          <p:spPr>
            <a:xfrm flipH="1">
              <a:off x="8147009" y="608413"/>
              <a:ext cx="1571727" cy="403507"/>
            </a:xfrm>
            <a:custGeom>
              <a:avLst/>
              <a:gdLst/>
              <a:ahLst/>
              <a:cxnLst/>
              <a:rect l="l" t="t" r="r" b="b"/>
              <a:pathLst>
                <a:path w="2993765" h="768585" extrusionOk="0">
                  <a:moveTo>
                    <a:pt x="2870296" y="257166"/>
                  </a:moveTo>
                  <a:lnTo>
                    <a:pt x="1714690" y="257166"/>
                  </a:lnTo>
                  <a:cubicBezTo>
                    <a:pt x="1643658" y="257166"/>
                    <a:pt x="1586138" y="314748"/>
                    <a:pt x="1586138" y="385718"/>
                  </a:cubicBezTo>
                  <a:cubicBezTo>
                    <a:pt x="1586138" y="456689"/>
                    <a:pt x="1643720" y="514271"/>
                    <a:pt x="1714690" y="514271"/>
                  </a:cubicBezTo>
                  <a:lnTo>
                    <a:pt x="2011649" y="514271"/>
                  </a:lnTo>
                  <a:cubicBezTo>
                    <a:pt x="2082681" y="514271"/>
                    <a:pt x="2140201" y="571853"/>
                    <a:pt x="2140201" y="642823"/>
                  </a:cubicBezTo>
                  <a:lnTo>
                    <a:pt x="2140201" y="642823"/>
                  </a:lnTo>
                  <a:cubicBezTo>
                    <a:pt x="2140201" y="713855"/>
                    <a:pt x="2082619" y="771375"/>
                    <a:pt x="2011649" y="771375"/>
                  </a:cubicBezTo>
                  <a:lnTo>
                    <a:pt x="0" y="771375"/>
                  </a:lnTo>
                  <a:lnTo>
                    <a:pt x="0" y="0"/>
                  </a:lnTo>
                  <a:lnTo>
                    <a:pt x="2870296" y="0"/>
                  </a:lnTo>
                  <a:cubicBezTo>
                    <a:pt x="2941328" y="0"/>
                    <a:pt x="2998848" y="57582"/>
                    <a:pt x="2998848" y="128552"/>
                  </a:cubicBezTo>
                  <a:cubicBezTo>
                    <a:pt x="2998848" y="199522"/>
                    <a:pt x="2941266" y="257104"/>
                    <a:pt x="2870296" y="257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60"/>
            <p:cNvSpPr/>
            <p:nvPr/>
          </p:nvSpPr>
          <p:spPr>
            <a:xfrm>
              <a:off x="-612553" y="154214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60"/>
            <p:cNvSpPr/>
            <p:nvPr/>
          </p:nvSpPr>
          <p:spPr>
            <a:xfrm>
              <a:off x="2202247" y="4875864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0" name="Google Shape;640;p60"/>
          <p:cNvGrpSpPr/>
          <p:nvPr/>
        </p:nvGrpSpPr>
        <p:grpSpPr>
          <a:xfrm>
            <a:off x="107607" y="120050"/>
            <a:ext cx="9299804" cy="4908215"/>
            <a:chOff x="107607" y="120050"/>
            <a:chExt cx="9299804" cy="4908215"/>
          </a:xfrm>
        </p:grpSpPr>
        <p:sp>
          <p:nvSpPr>
            <p:cNvPr id="641" name="Google Shape;641;p60"/>
            <p:cNvSpPr/>
            <p:nvPr/>
          </p:nvSpPr>
          <p:spPr>
            <a:xfrm flipH="1">
              <a:off x="7546382" y="232713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642" name="Google Shape;642;p60"/>
            <p:cNvGrpSpPr/>
            <p:nvPr/>
          </p:nvGrpSpPr>
          <p:grpSpPr>
            <a:xfrm flipH="1">
              <a:off x="8629962" y="4624014"/>
              <a:ext cx="777449" cy="404251"/>
              <a:chOff x="-794166" y="-3748111"/>
              <a:chExt cx="777449" cy="404251"/>
            </a:xfrm>
          </p:grpSpPr>
          <p:sp>
            <p:nvSpPr>
              <p:cNvPr id="643" name="Google Shape;643;p60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60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60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60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60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60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" name="Google Shape;649;p60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" name="Google Shape;650;p60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60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p60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60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60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60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p60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p60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8" name="Google Shape;658;p60"/>
            <p:cNvSpPr/>
            <p:nvPr/>
          </p:nvSpPr>
          <p:spPr>
            <a:xfrm flipH="1">
              <a:off x="325132" y="4875863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659" name="Google Shape;659;p60"/>
            <p:cNvSpPr/>
            <p:nvPr/>
          </p:nvSpPr>
          <p:spPr>
            <a:xfrm flipH="1">
              <a:off x="107607" y="2358550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660" name="Google Shape;660;p60"/>
            <p:cNvSpPr/>
            <p:nvPr/>
          </p:nvSpPr>
          <p:spPr>
            <a:xfrm flipH="1">
              <a:off x="3345832" y="120050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61"/>
          <p:cNvSpPr txBox="1">
            <a:spLocks noGrp="1"/>
          </p:cNvSpPr>
          <p:nvPr>
            <p:ph type="ctrTitle"/>
          </p:nvPr>
        </p:nvSpPr>
        <p:spPr>
          <a:xfrm>
            <a:off x="5212465" y="780500"/>
            <a:ext cx="30924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63" name="Google Shape;663;p61"/>
          <p:cNvSpPr txBox="1">
            <a:spLocks noGrp="1"/>
          </p:cNvSpPr>
          <p:nvPr>
            <p:ph type="subTitle" idx="1"/>
          </p:nvPr>
        </p:nvSpPr>
        <p:spPr>
          <a:xfrm>
            <a:off x="5212535" y="2324575"/>
            <a:ext cx="30924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64" name="Google Shape;664;p61"/>
          <p:cNvSpPr txBox="1"/>
          <p:nvPr/>
        </p:nvSpPr>
        <p:spPr>
          <a:xfrm>
            <a:off x="5212518" y="3175925"/>
            <a:ext cx="30924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CREDITS: This presentation template was created by </a:t>
            </a:r>
            <a:r>
              <a:rPr lang="en" sz="1100" b="1" i="0" u="none" strike="noStrike" cap="none">
                <a:solidFill>
                  <a:schemeClr val="dk1"/>
                </a:solidFill>
                <a:uFill>
                  <a:noFill/>
                </a:uFill>
                <a:latin typeface="Cabin"/>
                <a:ea typeface="Cabin"/>
                <a:cs typeface="Cabin"/>
                <a:sym typeface="Cabin"/>
                <a:hlinkClick r:id="rId2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 and includes icons by </a:t>
            </a:r>
            <a:r>
              <a:rPr lang="en" sz="1100" b="1" i="0" u="none" strike="noStrike" cap="none">
                <a:solidFill>
                  <a:schemeClr val="dk1"/>
                </a:solidFill>
                <a:uFill>
                  <a:noFill/>
                </a:uFill>
                <a:latin typeface="Cabin"/>
                <a:ea typeface="Cabin"/>
                <a:cs typeface="Cabin"/>
                <a:sym typeface="Cabin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 and infographics &amp; images by </a:t>
            </a:r>
            <a:r>
              <a:rPr lang="en" sz="1100" b="1" i="0" u="none" strike="noStrike" cap="none">
                <a:solidFill>
                  <a:schemeClr val="dk1"/>
                </a:solidFill>
                <a:uFill>
                  <a:noFill/>
                </a:uFill>
                <a:latin typeface="Cabin"/>
                <a:ea typeface="Cabin"/>
                <a:cs typeface="Cabin"/>
                <a:sym typeface="Cabin"/>
                <a:hlinkClick r:id="rId4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665" name="Google Shape;665;p61"/>
          <p:cNvGrpSpPr/>
          <p:nvPr/>
        </p:nvGrpSpPr>
        <p:grpSpPr>
          <a:xfrm>
            <a:off x="-514650" y="218801"/>
            <a:ext cx="11341072" cy="4670723"/>
            <a:chOff x="-514650" y="218802"/>
            <a:chExt cx="11341072" cy="4670723"/>
          </a:xfrm>
        </p:grpSpPr>
        <p:sp>
          <p:nvSpPr>
            <p:cNvPr id="666" name="Google Shape;666;p61"/>
            <p:cNvSpPr/>
            <p:nvPr/>
          </p:nvSpPr>
          <p:spPr>
            <a:xfrm rot="10800000" flipH="1">
              <a:off x="4239825" y="4598702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61"/>
            <p:cNvSpPr/>
            <p:nvPr/>
          </p:nvSpPr>
          <p:spPr>
            <a:xfrm>
              <a:off x="-514650" y="260188"/>
              <a:ext cx="1901041" cy="488051"/>
            </a:xfrm>
            <a:custGeom>
              <a:avLst/>
              <a:gdLst/>
              <a:ahLst/>
              <a:cxnLst/>
              <a:rect l="l" t="t" r="r" b="b"/>
              <a:pathLst>
                <a:path w="2993765" h="768585" extrusionOk="0">
                  <a:moveTo>
                    <a:pt x="2870296" y="257166"/>
                  </a:moveTo>
                  <a:lnTo>
                    <a:pt x="1714690" y="257166"/>
                  </a:lnTo>
                  <a:cubicBezTo>
                    <a:pt x="1643658" y="257166"/>
                    <a:pt x="1586138" y="314748"/>
                    <a:pt x="1586138" y="385718"/>
                  </a:cubicBezTo>
                  <a:cubicBezTo>
                    <a:pt x="1586138" y="456689"/>
                    <a:pt x="1643720" y="514271"/>
                    <a:pt x="1714690" y="514271"/>
                  </a:cubicBezTo>
                  <a:lnTo>
                    <a:pt x="2011649" y="514271"/>
                  </a:lnTo>
                  <a:cubicBezTo>
                    <a:pt x="2082681" y="514271"/>
                    <a:pt x="2140201" y="571853"/>
                    <a:pt x="2140201" y="642823"/>
                  </a:cubicBezTo>
                  <a:lnTo>
                    <a:pt x="2140201" y="642823"/>
                  </a:lnTo>
                  <a:cubicBezTo>
                    <a:pt x="2140201" y="713855"/>
                    <a:pt x="2082619" y="771375"/>
                    <a:pt x="2011649" y="771375"/>
                  </a:cubicBezTo>
                  <a:lnTo>
                    <a:pt x="0" y="771375"/>
                  </a:lnTo>
                  <a:lnTo>
                    <a:pt x="0" y="0"/>
                  </a:lnTo>
                  <a:lnTo>
                    <a:pt x="2870296" y="0"/>
                  </a:lnTo>
                  <a:cubicBezTo>
                    <a:pt x="2941328" y="0"/>
                    <a:pt x="2998848" y="57582"/>
                    <a:pt x="2998848" y="128552"/>
                  </a:cubicBezTo>
                  <a:cubicBezTo>
                    <a:pt x="2998848" y="199522"/>
                    <a:pt x="2941266" y="257104"/>
                    <a:pt x="2870296" y="257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61"/>
            <p:cNvSpPr/>
            <p:nvPr/>
          </p:nvSpPr>
          <p:spPr>
            <a:xfrm rot="10800000" flipH="1">
              <a:off x="7356322" y="218802"/>
              <a:ext cx="3470100" cy="31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grpSp>
        <p:nvGrpSpPr>
          <p:cNvPr id="669" name="Google Shape;669;p61"/>
          <p:cNvGrpSpPr/>
          <p:nvPr/>
        </p:nvGrpSpPr>
        <p:grpSpPr>
          <a:xfrm>
            <a:off x="-419328" y="2014189"/>
            <a:ext cx="9327661" cy="2970498"/>
            <a:chOff x="-419328" y="2014189"/>
            <a:chExt cx="9327661" cy="2970498"/>
          </a:xfrm>
        </p:grpSpPr>
        <p:grpSp>
          <p:nvGrpSpPr>
            <p:cNvPr id="670" name="Google Shape;670;p61"/>
            <p:cNvGrpSpPr/>
            <p:nvPr/>
          </p:nvGrpSpPr>
          <p:grpSpPr>
            <a:xfrm rot="10800000" flipH="1">
              <a:off x="8130884" y="4495811"/>
              <a:ext cx="777449" cy="404251"/>
              <a:chOff x="-794166" y="-3748111"/>
              <a:chExt cx="777449" cy="404251"/>
            </a:xfrm>
          </p:grpSpPr>
          <p:sp>
            <p:nvSpPr>
              <p:cNvPr id="671" name="Google Shape;671;p61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61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61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61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61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61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61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61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61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61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61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61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" name="Google Shape;683;p61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" name="Google Shape;684;p61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61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86" name="Google Shape;686;p61"/>
            <p:cNvSpPr/>
            <p:nvPr/>
          </p:nvSpPr>
          <p:spPr>
            <a:xfrm rot="10800000" flipH="1">
              <a:off x="1306975" y="4755739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687" name="Google Shape;687;p61"/>
            <p:cNvSpPr/>
            <p:nvPr/>
          </p:nvSpPr>
          <p:spPr>
            <a:xfrm rot="10800000" flipH="1">
              <a:off x="230525" y="2014189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688" name="Google Shape;688;p61"/>
            <p:cNvGrpSpPr/>
            <p:nvPr/>
          </p:nvGrpSpPr>
          <p:grpSpPr>
            <a:xfrm rot="10800000" flipH="1">
              <a:off x="-419328" y="4580436"/>
              <a:ext cx="777449" cy="404251"/>
              <a:chOff x="-794166" y="-3748111"/>
              <a:chExt cx="777449" cy="404251"/>
            </a:xfrm>
          </p:grpSpPr>
          <p:sp>
            <p:nvSpPr>
              <p:cNvPr id="689" name="Google Shape;689;p61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61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61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61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61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61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61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" name="Google Shape;696;p61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" name="Google Shape;697;p61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61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61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61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61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61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61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04" name="Google Shape;704;p61"/>
            <p:cNvSpPr/>
            <p:nvPr/>
          </p:nvSpPr>
          <p:spPr>
            <a:xfrm rot="10800000" flipH="1">
              <a:off x="8774525" y="2789439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6" name="Google Shape;706;p62"/>
          <p:cNvGrpSpPr/>
          <p:nvPr/>
        </p:nvGrpSpPr>
        <p:grpSpPr>
          <a:xfrm>
            <a:off x="-252308" y="180602"/>
            <a:ext cx="9855405" cy="5137172"/>
            <a:chOff x="-252308" y="180602"/>
            <a:chExt cx="9855405" cy="5137172"/>
          </a:xfrm>
        </p:grpSpPr>
        <p:sp>
          <p:nvSpPr>
            <p:cNvPr id="707" name="Google Shape;707;p62"/>
            <p:cNvSpPr/>
            <p:nvPr/>
          </p:nvSpPr>
          <p:spPr>
            <a:xfrm flipH="1">
              <a:off x="7866713" y="180602"/>
              <a:ext cx="1736384" cy="445779"/>
            </a:xfrm>
            <a:custGeom>
              <a:avLst/>
              <a:gdLst/>
              <a:ahLst/>
              <a:cxnLst/>
              <a:rect l="l" t="t" r="r" b="b"/>
              <a:pathLst>
                <a:path w="2993765" h="768585" extrusionOk="0">
                  <a:moveTo>
                    <a:pt x="2870296" y="257166"/>
                  </a:moveTo>
                  <a:lnTo>
                    <a:pt x="1714690" y="257166"/>
                  </a:lnTo>
                  <a:cubicBezTo>
                    <a:pt x="1643658" y="257166"/>
                    <a:pt x="1586138" y="314748"/>
                    <a:pt x="1586138" y="385718"/>
                  </a:cubicBezTo>
                  <a:cubicBezTo>
                    <a:pt x="1586138" y="456689"/>
                    <a:pt x="1643720" y="514271"/>
                    <a:pt x="1714690" y="514271"/>
                  </a:cubicBezTo>
                  <a:lnTo>
                    <a:pt x="2011649" y="514271"/>
                  </a:lnTo>
                  <a:cubicBezTo>
                    <a:pt x="2082681" y="514271"/>
                    <a:pt x="2140201" y="571853"/>
                    <a:pt x="2140201" y="642823"/>
                  </a:cubicBezTo>
                  <a:lnTo>
                    <a:pt x="2140201" y="642823"/>
                  </a:lnTo>
                  <a:cubicBezTo>
                    <a:pt x="2140201" y="713855"/>
                    <a:pt x="2082619" y="771375"/>
                    <a:pt x="2011649" y="771375"/>
                  </a:cubicBezTo>
                  <a:lnTo>
                    <a:pt x="0" y="771375"/>
                  </a:lnTo>
                  <a:lnTo>
                    <a:pt x="0" y="0"/>
                  </a:lnTo>
                  <a:lnTo>
                    <a:pt x="2870296" y="0"/>
                  </a:lnTo>
                  <a:cubicBezTo>
                    <a:pt x="2941328" y="0"/>
                    <a:pt x="2998848" y="57582"/>
                    <a:pt x="2998848" y="128552"/>
                  </a:cubicBezTo>
                  <a:cubicBezTo>
                    <a:pt x="2998848" y="199522"/>
                    <a:pt x="2941266" y="257104"/>
                    <a:pt x="2870296" y="257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8" name="Google Shape;708;p62"/>
            <p:cNvGrpSpPr/>
            <p:nvPr/>
          </p:nvGrpSpPr>
          <p:grpSpPr>
            <a:xfrm rot="-1270476">
              <a:off x="-195864" y="2864632"/>
              <a:ext cx="633184" cy="430877"/>
              <a:chOff x="-1951475" y="3273100"/>
              <a:chExt cx="291875" cy="222775"/>
            </a:xfrm>
          </p:grpSpPr>
          <p:sp>
            <p:nvSpPr>
              <p:cNvPr id="709" name="Google Shape;709;p62"/>
              <p:cNvSpPr/>
              <p:nvPr/>
            </p:nvSpPr>
            <p:spPr>
              <a:xfrm>
                <a:off x="-1951475" y="3325050"/>
                <a:ext cx="51225" cy="119250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4770" extrusionOk="0">
                    <a:moveTo>
                      <a:pt x="1033" y="0"/>
                    </a:moveTo>
                    <a:cubicBezTo>
                      <a:pt x="518" y="0"/>
                      <a:pt x="0" y="339"/>
                      <a:pt x="0" y="1004"/>
                    </a:cubicBezTo>
                    <a:lnTo>
                      <a:pt x="0" y="3777"/>
                    </a:lnTo>
                    <a:cubicBezTo>
                      <a:pt x="0" y="4438"/>
                      <a:pt x="512" y="4769"/>
                      <a:pt x="1024" y="4769"/>
                    </a:cubicBezTo>
                    <a:cubicBezTo>
                      <a:pt x="1536" y="4769"/>
                      <a:pt x="2048" y="4438"/>
                      <a:pt x="2048" y="3777"/>
                    </a:cubicBezTo>
                    <a:lnTo>
                      <a:pt x="2048" y="1004"/>
                    </a:lnTo>
                    <a:cubicBezTo>
                      <a:pt x="2048" y="331"/>
                      <a:pt x="1542" y="0"/>
                      <a:pt x="10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0" name="Google Shape;710;p62"/>
              <p:cNvSpPr/>
              <p:nvPr/>
            </p:nvSpPr>
            <p:spPr>
              <a:xfrm>
                <a:off x="-1711250" y="3273100"/>
                <a:ext cx="51650" cy="221725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8869" extrusionOk="0">
                    <a:moveTo>
                      <a:pt x="1027" y="0"/>
                    </a:moveTo>
                    <a:cubicBezTo>
                      <a:pt x="608" y="0"/>
                      <a:pt x="186" y="229"/>
                      <a:pt x="32" y="719"/>
                    </a:cubicBezTo>
                    <a:cubicBezTo>
                      <a:pt x="0" y="814"/>
                      <a:pt x="0" y="940"/>
                      <a:pt x="0" y="1003"/>
                    </a:cubicBezTo>
                    <a:lnTo>
                      <a:pt x="0" y="7871"/>
                    </a:lnTo>
                    <a:cubicBezTo>
                      <a:pt x="0" y="7934"/>
                      <a:pt x="0" y="8060"/>
                      <a:pt x="32" y="8123"/>
                    </a:cubicBezTo>
                    <a:cubicBezTo>
                      <a:pt x="173" y="8632"/>
                      <a:pt x="594" y="8869"/>
                      <a:pt x="1015" y="8869"/>
                    </a:cubicBezTo>
                    <a:cubicBezTo>
                      <a:pt x="1532" y="8869"/>
                      <a:pt x="2048" y="8513"/>
                      <a:pt x="2048" y="7871"/>
                    </a:cubicBezTo>
                    <a:lnTo>
                      <a:pt x="2048" y="1003"/>
                    </a:lnTo>
                    <a:cubicBezTo>
                      <a:pt x="2066" y="356"/>
                      <a:pt x="1549" y="0"/>
                      <a:pt x="10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1" name="Google Shape;711;p62"/>
              <p:cNvSpPr/>
              <p:nvPr/>
            </p:nvSpPr>
            <p:spPr>
              <a:xfrm>
                <a:off x="-1886900" y="3296575"/>
                <a:ext cx="156775" cy="199300"/>
              </a:xfrm>
              <a:custGeom>
                <a:avLst/>
                <a:gdLst/>
                <a:ahLst/>
                <a:cxnLst/>
                <a:rect l="l" t="t" r="r" b="b"/>
                <a:pathLst>
                  <a:path w="6271" h="7972" extrusionOk="0">
                    <a:moveTo>
                      <a:pt x="851" y="5672"/>
                    </a:moveTo>
                    <a:lnTo>
                      <a:pt x="3466" y="6333"/>
                    </a:lnTo>
                    <a:cubicBezTo>
                      <a:pt x="3277" y="6869"/>
                      <a:pt x="2773" y="7279"/>
                      <a:pt x="2174" y="7279"/>
                    </a:cubicBezTo>
                    <a:cubicBezTo>
                      <a:pt x="1418" y="7279"/>
                      <a:pt x="788" y="6648"/>
                      <a:pt x="788" y="5892"/>
                    </a:cubicBezTo>
                    <a:cubicBezTo>
                      <a:pt x="851" y="5798"/>
                      <a:pt x="851" y="5735"/>
                      <a:pt x="851" y="5672"/>
                    </a:cubicBezTo>
                    <a:close/>
                    <a:moveTo>
                      <a:pt x="6270" y="1"/>
                    </a:moveTo>
                    <a:lnTo>
                      <a:pt x="1" y="1576"/>
                    </a:lnTo>
                    <a:cubicBezTo>
                      <a:pt x="95" y="1734"/>
                      <a:pt x="127" y="1923"/>
                      <a:pt x="127" y="2143"/>
                    </a:cubicBezTo>
                    <a:lnTo>
                      <a:pt x="127" y="4916"/>
                    </a:lnTo>
                    <a:cubicBezTo>
                      <a:pt x="127" y="5105"/>
                      <a:pt x="95" y="5294"/>
                      <a:pt x="1" y="5514"/>
                    </a:cubicBezTo>
                    <a:lnTo>
                      <a:pt x="158" y="5546"/>
                    </a:lnTo>
                    <a:cubicBezTo>
                      <a:pt x="127" y="5672"/>
                      <a:pt x="127" y="5829"/>
                      <a:pt x="127" y="5924"/>
                    </a:cubicBezTo>
                    <a:cubicBezTo>
                      <a:pt x="127" y="7090"/>
                      <a:pt x="1040" y="7972"/>
                      <a:pt x="2174" y="7972"/>
                    </a:cubicBezTo>
                    <a:cubicBezTo>
                      <a:pt x="3120" y="7972"/>
                      <a:pt x="3907" y="7405"/>
                      <a:pt x="4159" y="6522"/>
                    </a:cubicBezTo>
                    <a:lnTo>
                      <a:pt x="6270" y="7090"/>
                    </a:lnTo>
                    <a:lnTo>
                      <a:pt x="6270" y="5672"/>
                    </a:lnTo>
                    <a:lnTo>
                      <a:pt x="6270" y="2238"/>
                    </a:lnTo>
                    <a:lnTo>
                      <a:pt x="627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12" name="Google Shape;712;p62"/>
            <p:cNvSpPr/>
            <p:nvPr/>
          </p:nvSpPr>
          <p:spPr>
            <a:xfrm rot="10800000" flipH="1">
              <a:off x="3539426" y="4918420"/>
              <a:ext cx="2067247" cy="399354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3" name="Google Shape;713;p62"/>
          <p:cNvGrpSpPr/>
          <p:nvPr/>
        </p:nvGrpSpPr>
        <p:grpSpPr>
          <a:xfrm>
            <a:off x="350750" y="243238"/>
            <a:ext cx="8874309" cy="4622200"/>
            <a:chOff x="350750" y="243238"/>
            <a:chExt cx="8874309" cy="4622200"/>
          </a:xfrm>
        </p:grpSpPr>
        <p:grpSp>
          <p:nvGrpSpPr>
            <p:cNvPr id="714" name="Google Shape;714;p62"/>
            <p:cNvGrpSpPr/>
            <p:nvPr/>
          </p:nvGrpSpPr>
          <p:grpSpPr>
            <a:xfrm rot="5400000">
              <a:off x="8634209" y="3756177"/>
              <a:ext cx="777449" cy="404251"/>
              <a:chOff x="-794166" y="-3748111"/>
              <a:chExt cx="777449" cy="404251"/>
            </a:xfrm>
          </p:grpSpPr>
          <p:sp>
            <p:nvSpPr>
              <p:cNvPr id="715" name="Google Shape;715;p62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62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62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62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62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62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62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62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62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62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62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62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62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62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62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30" name="Google Shape;730;p62"/>
            <p:cNvSpPr/>
            <p:nvPr/>
          </p:nvSpPr>
          <p:spPr>
            <a:xfrm>
              <a:off x="350750" y="1633875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731" name="Google Shape;731;p62"/>
            <p:cNvSpPr/>
            <p:nvPr/>
          </p:nvSpPr>
          <p:spPr>
            <a:xfrm>
              <a:off x="715100" y="473163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732" name="Google Shape;732;p62"/>
            <p:cNvSpPr/>
            <p:nvPr/>
          </p:nvSpPr>
          <p:spPr>
            <a:xfrm>
              <a:off x="1598550" y="24323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733" name="Google Shape;733;p62"/>
            <p:cNvSpPr/>
            <p:nvPr/>
          </p:nvSpPr>
          <p:spPr>
            <a:xfrm>
              <a:off x="8895650" y="2539200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63"/>
          <p:cNvSpPr/>
          <p:nvPr/>
        </p:nvSpPr>
        <p:spPr>
          <a:xfrm flipH="1">
            <a:off x="7234931" y="4419987"/>
            <a:ext cx="1901041" cy="488051"/>
          </a:xfrm>
          <a:custGeom>
            <a:avLst/>
            <a:gdLst/>
            <a:ahLst/>
            <a:cxnLst/>
            <a:rect l="l" t="t" r="r" b="b"/>
            <a:pathLst>
              <a:path w="2993765" h="768585" extrusionOk="0">
                <a:moveTo>
                  <a:pt x="2870296" y="257166"/>
                </a:moveTo>
                <a:lnTo>
                  <a:pt x="1714690" y="257166"/>
                </a:lnTo>
                <a:cubicBezTo>
                  <a:pt x="1643658" y="257166"/>
                  <a:pt x="1586138" y="314748"/>
                  <a:pt x="1586138" y="385718"/>
                </a:cubicBezTo>
                <a:cubicBezTo>
                  <a:pt x="1586138" y="456689"/>
                  <a:pt x="1643720" y="514271"/>
                  <a:pt x="1714690" y="514271"/>
                </a:cubicBezTo>
                <a:lnTo>
                  <a:pt x="2011649" y="514271"/>
                </a:lnTo>
                <a:cubicBezTo>
                  <a:pt x="2082681" y="514271"/>
                  <a:pt x="2140201" y="571853"/>
                  <a:pt x="2140201" y="642823"/>
                </a:cubicBezTo>
                <a:lnTo>
                  <a:pt x="2140201" y="642823"/>
                </a:lnTo>
                <a:cubicBezTo>
                  <a:pt x="2140201" y="713855"/>
                  <a:pt x="2082619" y="771375"/>
                  <a:pt x="2011649" y="771375"/>
                </a:cubicBezTo>
                <a:lnTo>
                  <a:pt x="0" y="771375"/>
                </a:lnTo>
                <a:lnTo>
                  <a:pt x="0" y="0"/>
                </a:lnTo>
                <a:lnTo>
                  <a:pt x="2870296" y="0"/>
                </a:lnTo>
                <a:cubicBezTo>
                  <a:pt x="2941328" y="0"/>
                  <a:pt x="2998848" y="57582"/>
                  <a:pt x="2998848" y="128552"/>
                </a:cubicBezTo>
                <a:cubicBezTo>
                  <a:pt x="2998848" y="199522"/>
                  <a:pt x="2941266" y="257104"/>
                  <a:pt x="2870296" y="25710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6" name="Google Shape;736;p63"/>
          <p:cNvGrpSpPr/>
          <p:nvPr/>
        </p:nvGrpSpPr>
        <p:grpSpPr>
          <a:xfrm>
            <a:off x="-287011" y="335939"/>
            <a:ext cx="9327662" cy="4572549"/>
            <a:chOff x="-287011" y="335939"/>
            <a:chExt cx="9327662" cy="4572549"/>
          </a:xfrm>
        </p:grpSpPr>
        <p:grpSp>
          <p:nvGrpSpPr>
            <p:cNvPr id="737" name="Google Shape;737;p63"/>
            <p:cNvGrpSpPr/>
            <p:nvPr/>
          </p:nvGrpSpPr>
          <p:grpSpPr>
            <a:xfrm flipH="1">
              <a:off x="-287011" y="420564"/>
              <a:ext cx="777449" cy="404251"/>
              <a:chOff x="-794166" y="-3748111"/>
              <a:chExt cx="777449" cy="404251"/>
            </a:xfrm>
          </p:grpSpPr>
          <p:sp>
            <p:nvSpPr>
              <p:cNvPr id="738" name="Google Shape;738;p63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63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63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63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63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63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p63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p63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" name="Google Shape;746;p63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7" name="Google Shape;747;p63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" name="Google Shape;748;p63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" name="Google Shape;749;p63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0" name="Google Shape;750;p63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" name="Google Shape;751;p63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63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53" name="Google Shape;753;p63"/>
            <p:cNvSpPr/>
            <p:nvPr/>
          </p:nvSpPr>
          <p:spPr>
            <a:xfrm flipH="1">
              <a:off x="7180547" y="43108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754" name="Google Shape;754;p63"/>
            <p:cNvSpPr/>
            <p:nvPr/>
          </p:nvSpPr>
          <p:spPr>
            <a:xfrm flipH="1">
              <a:off x="2810972" y="4843388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755" name="Google Shape;755;p63"/>
            <p:cNvGrpSpPr/>
            <p:nvPr/>
          </p:nvGrpSpPr>
          <p:grpSpPr>
            <a:xfrm flipH="1">
              <a:off x="8263202" y="335939"/>
              <a:ext cx="777449" cy="404251"/>
              <a:chOff x="-794166" y="-3748111"/>
              <a:chExt cx="777449" cy="404251"/>
            </a:xfrm>
          </p:grpSpPr>
          <p:sp>
            <p:nvSpPr>
              <p:cNvPr id="756" name="Google Shape;756;p63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" name="Google Shape;757;p63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" name="Google Shape;758;p63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" name="Google Shape;759;p63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" name="Google Shape;760;p63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" name="Google Shape;761;p63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" name="Google Shape;762;p63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" name="Google Shape;763;p63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" name="Google Shape;764;p63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63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63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63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63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63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63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10"/>
          <p:cNvSpPr txBox="1">
            <a:spLocks noGrp="1"/>
          </p:cNvSpPr>
          <p:nvPr>
            <p:ph type="ctrTitle"/>
          </p:nvPr>
        </p:nvSpPr>
        <p:spPr>
          <a:xfrm>
            <a:off x="1065650" y="744725"/>
            <a:ext cx="4892400" cy="12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780" name="Google Shape;780;p10"/>
          <p:cNvSpPr txBox="1">
            <a:spLocks noGrp="1"/>
          </p:cNvSpPr>
          <p:nvPr>
            <p:ph type="subTitle" idx="1"/>
          </p:nvPr>
        </p:nvSpPr>
        <p:spPr>
          <a:xfrm>
            <a:off x="1065650" y="1834575"/>
            <a:ext cx="4122600" cy="11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81" name="Google Shape;781;p10"/>
          <p:cNvSpPr txBox="1">
            <a:spLocks noGrp="1"/>
          </p:cNvSpPr>
          <p:nvPr>
            <p:ph type="subTitle" idx="2"/>
          </p:nvPr>
        </p:nvSpPr>
        <p:spPr>
          <a:xfrm>
            <a:off x="1065650" y="4315400"/>
            <a:ext cx="2544300" cy="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11"/>
          <p:cNvSpPr txBox="1">
            <a:spLocks noGrp="1"/>
          </p:cNvSpPr>
          <p:nvPr>
            <p:ph type="ctrTitle"/>
          </p:nvPr>
        </p:nvSpPr>
        <p:spPr>
          <a:xfrm>
            <a:off x="713225" y="827938"/>
            <a:ext cx="44112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784" name="Google Shape;784;p11"/>
          <p:cNvSpPr txBox="1">
            <a:spLocks noGrp="1"/>
          </p:cNvSpPr>
          <p:nvPr>
            <p:ph type="subTitle" idx="1"/>
          </p:nvPr>
        </p:nvSpPr>
        <p:spPr>
          <a:xfrm>
            <a:off x="713225" y="3667563"/>
            <a:ext cx="21825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12"/>
          <p:cNvSpPr txBox="1">
            <a:spLocks noGrp="1"/>
          </p:cNvSpPr>
          <p:nvPr>
            <p:ph type="title"/>
          </p:nvPr>
        </p:nvSpPr>
        <p:spPr>
          <a:xfrm>
            <a:off x="2117200" y="1531800"/>
            <a:ext cx="3759600" cy="14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87" name="Google Shape;787;p12"/>
          <p:cNvSpPr txBox="1">
            <a:spLocks noGrp="1"/>
          </p:cNvSpPr>
          <p:nvPr>
            <p:ph type="title" idx="2"/>
          </p:nvPr>
        </p:nvSpPr>
        <p:spPr>
          <a:xfrm>
            <a:off x="713225" y="1531800"/>
            <a:ext cx="1252800" cy="20799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endParaRPr/>
          </a:p>
        </p:txBody>
      </p:sp>
      <p:sp>
        <p:nvSpPr>
          <p:cNvPr id="788" name="Google Shape;788;p12"/>
          <p:cNvSpPr txBox="1">
            <a:spLocks noGrp="1"/>
          </p:cNvSpPr>
          <p:nvPr>
            <p:ph type="subTitle" idx="1"/>
          </p:nvPr>
        </p:nvSpPr>
        <p:spPr>
          <a:xfrm>
            <a:off x="2117200" y="3194400"/>
            <a:ext cx="3759600" cy="4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9" name="Google Shape;789;p12"/>
          <p:cNvSpPr/>
          <p:nvPr/>
        </p:nvSpPr>
        <p:spPr>
          <a:xfrm>
            <a:off x="-11175" y="4900550"/>
            <a:ext cx="9144000" cy="24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2" name="Google Shape;792;p13"/>
          <p:cNvSpPr txBox="1">
            <a:spLocks noGrp="1"/>
          </p:cNvSpPr>
          <p:nvPr>
            <p:ph type="title" idx="2"/>
          </p:nvPr>
        </p:nvSpPr>
        <p:spPr>
          <a:xfrm>
            <a:off x="720000" y="1953975"/>
            <a:ext cx="348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3" name="Google Shape;793;p13"/>
          <p:cNvSpPr txBox="1">
            <a:spLocks noGrp="1"/>
          </p:cNvSpPr>
          <p:nvPr>
            <p:ph type="title" idx="3"/>
          </p:nvPr>
        </p:nvSpPr>
        <p:spPr>
          <a:xfrm>
            <a:off x="4934100" y="1953975"/>
            <a:ext cx="348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4" name="Google Shape;794;p13"/>
          <p:cNvSpPr txBox="1">
            <a:spLocks noGrp="1"/>
          </p:cNvSpPr>
          <p:nvPr>
            <p:ph type="subTitle" idx="1"/>
          </p:nvPr>
        </p:nvSpPr>
        <p:spPr>
          <a:xfrm>
            <a:off x="720000" y="2347575"/>
            <a:ext cx="3489900" cy="17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>
            <a:endParaRPr/>
          </a:p>
        </p:txBody>
      </p:sp>
      <p:sp>
        <p:nvSpPr>
          <p:cNvPr id="795" name="Google Shape;795;p13"/>
          <p:cNvSpPr txBox="1">
            <a:spLocks noGrp="1"/>
          </p:cNvSpPr>
          <p:nvPr>
            <p:ph type="subTitle" idx="4"/>
          </p:nvPr>
        </p:nvSpPr>
        <p:spPr>
          <a:xfrm>
            <a:off x="4934106" y="2347575"/>
            <a:ext cx="3489900" cy="17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>
            <a:endParaRPr/>
          </a:p>
        </p:txBody>
      </p:sp>
      <p:grpSp>
        <p:nvGrpSpPr>
          <p:cNvPr id="796" name="Google Shape;796;p13"/>
          <p:cNvGrpSpPr/>
          <p:nvPr/>
        </p:nvGrpSpPr>
        <p:grpSpPr>
          <a:xfrm>
            <a:off x="373562" y="4580000"/>
            <a:ext cx="1209043" cy="370651"/>
            <a:chOff x="7469012" y="531112"/>
            <a:chExt cx="1209043" cy="370651"/>
          </a:xfrm>
        </p:grpSpPr>
        <p:grpSp>
          <p:nvGrpSpPr>
            <p:cNvPr id="797" name="Google Shape;797;p13"/>
            <p:cNvGrpSpPr/>
            <p:nvPr/>
          </p:nvGrpSpPr>
          <p:grpSpPr>
            <a:xfrm>
              <a:off x="7877838" y="531112"/>
              <a:ext cx="457313" cy="370651"/>
              <a:chOff x="955700" y="-622436"/>
              <a:chExt cx="457313" cy="370651"/>
            </a:xfrm>
          </p:grpSpPr>
          <p:sp>
            <p:nvSpPr>
              <p:cNvPr id="798" name="Google Shape;798;p13"/>
              <p:cNvSpPr/>
              <p:nvPr/>
            </p:nvSpPr>
            <p:spPr>
              <a:xfrm>
                <a:off x="1243274" y="-622436"/>
                <a:ext cx="149013" cy="74468"/>
              </a:xfrm>
              <a:custGeom>
                <a:avLst/>
                <a:gdLst/>
                <a:ahLst/>
                <a:cxnLst/>
                <a:rect l="l" t="t" r="r" b="b"/>
                <a:pathLst>
                  <a:path w="3874" h="1936" extrusionOk="0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13"/>
              <p:cNvSpPr/>
              <p:nvPr/>
            </p:nvSpPr>
            <p:spPr>
              <a:xfrm>
                <a:off x="1053673" y="-620166"/>
                <a:ext cx="237021" cy="229444"/>
              </a:xfrm>
              <a:custGeom>
                <a:avLst/>
                <a:gdLst/>
                <a:ahLst/>
                <a:cxnLst/>
                <a:rect l="l" t="t" r="r" b="b"/>
                <a:pathLst>
                  <a:path w="6162" h="5965" extrusionOk="0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13"/>
              <p:cNvSpPr/>
              <p:nvPr/>
            </p:nvSpPr>
            <p:spPr>
              <a:xfrm>
                <a:off x="1024670" y="-582315"/>
                <a:ext cx="388343" cy="330530"/>
              </a:xfrm>
              <a:custGeom>
                <a:avLst/>
                <a:gdLst/>
                <a:ahLst/>
                <a:cxnLst/>
                <a:rect l="l" t="t" r="r" b="b"/>
                <a:pathLst>
                  <a:path w="10096" h="8593" extrusionOk="0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13"/>
              <p:cNvSpPr/>
              <p:nvPr/>
            </p:nvSpPr>
            <p:spPr>
              <a:xfrm>
                <a:off x="955700" y="-436298"/>
                <a:ext cx="164861" cy="180709"/>
              </a:xfrm>
              <a:custGeom>
                <a:avLst/>
                <a:gdLst/>
                <a:ahLst/>
                <a:cxnLst/>
                <a:rect l="l" t="t" r="r" b="b"/>
                <a:pathLst>
                  <a:path w="4286" h="4698" extrusionOk="0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02" name="Google Shape;802;p13"/>
            <p:cNvSpPr/>
            <p:nvPr/>
          </p:nvSpPr>
          <p:spPr>
            <a:xfrm>
              <a:off x="8559696" y="698402"/>
              <a:ext cx="118359" cy="114288"/>
            </a:xfrm>
            <a:custGeom>
              <a:avLst/>
              <a:gdLst/>
              <a:ahLst/>
              <a:cxnLst/>
              <a:rect l="l" t="t" r="r" b="b"/>
              <a:pathLst>
                <a:path w="4652" h="4492" extrusionOk="0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13"/>
            <p:cNvSpPr/>
            <p:nvPr/>
          </p:nvSpPr>
          <p:spPr>
            <a:xfrm>
              <a:off x="7469012" y="685009"/>
              <a:ext cx="144335" cy="144335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15"/>
          <p:cNvSpPr txBox="1">
            <a:spLocks noGrp="1"/>
          </p:cNvSpPr>
          <p:nvPr>
            <p:ph type="title"/>
          </p:nvPr>
        </p:nvSpPr>
        <p:spPr>
          <a:xfrm>
            <a:off x="3276600" y="1207113"/>
            <a:ext cx="5097300" cy="15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08" name="Google Shape;808;p15"/>
          <p:cNvSpPr txBox="1">
            <a:spLocks noGrp="1"/>
          </p:cNvSpPr>
          <p:nvPr>
            <p:ph type="subTitle" idx="1"/>
          </p:nvPr>
        </p:nvSpPr>
        <p:spPr>
          <a:xfrm>
            <a:off x="3276600" y="2869588"/>
            <a:ext cx="50973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16"/>
          <p:cNvSpPr txBox="1">
            <a:spLocks noGrp="1"/>
          </p:cNvSpPr>
          <p:nvPr>
            <p:ph type="title"/>
          </p:nvPr>
        </p:nvSpPr>
        <p:spPr>
          <a:xfrm>
            <a:off x="713225" y="1360650"/>
            <a:ext cx="5792400" cy="22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17"/>
          <p:cNvSpPr txBox="1">
            <a:spLocks noGrp="1"/>
          </p:cNvSpPr>
          <p:nvPr>
            <p:ph type="body" idx="1"/>
          </p:nvPr>
        </p:nvSpPr>
        <p:spPr>
          <a:xfrm>
            <a:off x="720000" y="2448513"/>
            <a:ext cx="4047000" cy="19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marL="914400" lvl="1" indent="-279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marL="1371600" lvl="2" indent="-279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marL="1828800" lvl="3" indent="-279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marL="3200400" lvl="6" indent="-2730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marL="3657600" lvl="7" indent="-2730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marL="4114800" lvl="8" indent="-266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813" name="Google Shape;813;p17"/>
          <p:cNvSpPr txBox="1">
            <a:spLocks noGrp="1"/>
          </p:cNvSpPr>
          <p:nvPr>
            <p:ph type="title"/>
          </p:nvPr>
        </p:nvSpPr>
        <p:spPr>
          <a:xfrm>
            <a:off x="720000" y="750688"/>
            <a:ext cx="4047000" cy="15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814" name="Google Shape;814;p17"/>
          <p:cNvGrpSpPr/>
          <p:nvPr/>
        </p:nvGrpSpPr>
        <p:grpSpPr>
          <a:xfrm>
            <a:off x="720002" y="189484"/>
            <a:ext cx="1585128" cy="350005"/>
            <a:chOff x="7010771" y="697150"/>
            <a:chExt cx="1678628" cy="370650"/>
          </a:xfrm>
        </p:grpSpPr>
        <p:grpSp>
          <p:nvGrpSpPr>
            <p:cNvPr id="815" name="Google Shape;815;p17"/>
            <p:cNvGrpSpPr/>
            <p:nvPr/>
          </p:nvGrpSpPr>
          <p:grpSpPr>
            <a:xfrm>
              <a:off x="7873613" y="697150"/>
              <a:ext cx="457313" cy="370650"/>
              <a:chOff x="1298600" y="-919198"/>
              <a:chExt cx="457313" cy="370650"/>
            </a:xfrm>
          </p:grpSpPr>
          <p:sp>
            <p:nvSpPr>
              <p:cNvPr id="816" name="Google Shape;816;p17"/>
              <p:cNvSpPr/>
              <p:nvPr/>
            </p:nvSpPr>
            <p:spPr>
              <a:xfrm>
                <a:off x="1586174" y="-919198"/>
                <a:ext cx="149013" cy="74468"/>
              </a:xfrm>
              <a:custGeom>
                <a:avLst/>
                <a:gdLst/>
                <a:ahLst/>
                <a:cxnLst/>
                <a:rect l="l" t="t" r="r" b="b"/>
                <a:pathLst>
                  <a:path w="3874" h="1936" extrusionOk="0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" name="Google Shape;817;p17"/>
              <p:cNvSpPr/>
              <p:nvPr/>
            </p:nvSpPr>
            <p:spPr>
              <a:xfrm>
                <a:off x="1396573" y="-916929"/>
                <a:ext cx="237021" cy="229444"/>
              </a:xfrm>
              <a:custGeom>
                <a:avLst/>
                <a:gdLst/>
                <a:ahLst/>
                <a:cxnLst/>
                <a:rect l="l" t="t" r="r" b="b"/>
                <a:pathLst>
                  <a:path w="6162" h="5965" extrusionOk="0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8" name="Google Shape;818;p17"/>
              <p:cNvSpPr/>
              <p:nvPr/>
            </p:nvSpPr>
            <p:spPr>
              <a:xfrm>
                <a:off x="1367570" y="-879078"/>
                <a:ext cx="388343" cy="330530"/>
              </a:xfrm>
              <a:custGeom>
                <a:avLst/>
                <a:gdLst/>
                <a:ahLst/>
                <a:cxnLst/>
                <a:rect l="l" t="t" r="r" b="b"/>
                <a:pathLst>
                  <a:path w="10096" h="8593" extrusionOk="0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9" name="Google Shape;819;p17"/>
              <p:cNvSpPr/>
              <p:nvPr/>
            </p:nvSpPr>
            <p:spPr>
              <a:xfrm>
                <a:off x="1298600" y="-733060"/>
                <a:ext cx="164861" cy="180709"/>
              </a:xfrm>
              <a:custGeom>
                <a:avLst/>
                <a:gdLst/>
                <a:ahLst/>
                <a:cxnLst/>
                <a:rect l="l" t="t" r="r" b="b"/>
                <a:pathLst>
                  <a:path w="4286" h="4698" extrusionOk="0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20" name="Google Shape;820;p17"/>
            <p:cNvSpPr/>
            <p:nvPr/>
          </p:nvSpPr>
          <p:spPr>
            <a:xfrm>
              <a:off x="7010771" y="858027"/>
              <a:ext cx="118359" cy="114288"/>
            </a:xfrm>
            <a:custGeom>
              <a:avLst/>
              <a:gdLst/>
              <a:ahLst/>
              <a:cxnLst/>
              <a:rect l="l" t="t" r="r" b="b"/>
              <a:pathLst>
                <a:path w="4652" h="4492" extrusionOk="0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17"/>
            <p:cNvSpPr/>
            <p:nvPr/>
          </p:nvSpPr>
          <p:spPr>
            <a:xfrm>
              <a:off x="7426687" y="843009"/>
              <a:ext cx="144335" cy="144335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17"/>
            <p:cNvSpPr/>
            <p:nvPr/>
          </p:nvSpPr>
          <p:spPr>
            <a:xfrm>
              <a:off x="8545064" y="842994"/>
              <a:ext cx="144335" cy="144361"/>
            </a:xfrm>
            <a:custGeom>
              <a:avLst/>
              <a:gdLst/>
              <a:ahLst/>
              <a:cxnLst/>
              <a:rect l="l" t="t" r="r" b="b"/>
              <a:pathLst>
                <a:path w="5673" h="5674" extrusionOk="0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8"/>
          <p:cNvSpPr txBox="1">
            <a:spLocks noGrp="1"/>
          </p:cNvSpPr>
          <p:nvPr>
            <p:ph type="body" idx="1"/>
          </p:nvPr>
        </p:nvSpPr>
        <p:spPr>
          <a:xfrm>
            <a:off x="720000" y="3514725"/>
            <a:ext cx="4042500" cy="10893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19"/>
          <p:cNvSpPr txBox="1">
            <a:spLocks noGrp="1"/>
          </p:cNvSpPr>
          <p:nvPr>
            <p:ph type="title" hasCustomPrompt="1"/>
          </p:nvPr>
        </p:nvSpPr>
        <p:spPr>
          <a:xfrm>
            <a:off x="713225" y="1668031"/>
            <a:ext cx="6462900" cy="12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827" name="Google Shape;827;p19"/>
          <p:cNvSpPr txBox="1">
            <a:spLocks noGrp="1"/>
          </p:cNvSpPr>
          <p:nvPr>
            <p:ph type="subTitle" idx="1"/>
          </p:nvPr>
        </p:nvSpPr>
        <p:spPr>
          <a:xfrm>
            <a:off x="713375" y="3009869"/>
            <a:ext cx="6462900" cy="4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1" name="Google Shape;831;p21"/>
          <p:cNvSpPr txBox="1">
            <a:spLocks noGrp="1"/>
          </p:cNvSpPr>
          <p:nvPr>
            <p:ph type="title" idx="2"/>
          </p:nvPr>
        </p:nvSpPr>
        <p:spPr>
          <a:xfrm>
            <a:off x="1933075" y="1409675"/>
            <a:ext cx="22455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2" name="Google Shape;832;p21"/>
          <p:cNvSpPr txBox="1">
            <a:spLocks noGrp="1"/>
          </p:cNvSpPr>
          <p:nvPr>
            <p:ph type="title" idx="3"/>
          </p:nvPr>
        </p:nvSpPr>
        <p:spPr>
          <a:xfrm>
            <a:off x="5935925" y="1409675"/>
            <a:ext cx="22455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3" name="Google Shape;833;p21"/>
          <p:cNvSpPr txBox="1">
            <a:spLocks noGrp="1"/>
          </p:cNvSpPr>
          <p:nvPr>
            <p:ph type="subTitle" idx="1"/>
          </p:nvPr>
        </p:nvSpPr>
        <p:spPr>
          <a:xfrm>
            <a:off x="1933063" y="2091300"/>
            <a:ext cx="224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4" name="Google Shape;834;p21"/>
          <p:cNvSpPr txBox="1">
            <a:spLocks noGrp="1"/>
          </p:cNvSpPr>
          <p:nvPr>
            <p:ph type="subTitle" idx="4"/>
          </p:nvPr>
        </p:nvSpPr>
        <p:spPr>
          <a:xfrm>
            <a:off x="5935913" y="2091300"/>
            <a:ext cx="224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5" name="Google Shape;835;p21"/>
          <p:cNvSpPr txBox="1">
            <a:spLocks noGrp="1"/>
          </p:cNvSpPr>
          <p:nvPr>
            <p:ph type="title" idx="5"/>
          </p:nvPr>
        </p:nvSpPr>
        <p:spPr>
          <a:xfrm>
            <a:off x="1933075" y="3086600"/>
            <a:ext cx="22455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6" name="Google Shape;836;p21"/>
          <p:cNvSpPr txBox="1">
            <a:spLocks noGrp="1"/>
          </p:cNvSpPr>
          <p:nvPr>
            <p:ph type="title" idx="6"/>
          </p:nvPr>
        </p:nvSpPr>
        <p:spPr>
          <a:xfrm>
            <a:off x="5935925" y="3086600"/>
            <a:ext cx="22455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7" name="Google Shape;837;p21"/>
          <p:cNvSpPr txBox="1">
            <a:spLocks noGrp="1"/>
          </p:cNvSpPr>
          <p:nvPr>
            <p:ph type="subTitle" idx="7"/>
          </p:nvPr>
        </p:nvSpPr>
        <p:spPr>
          <a:xfrm>
            <a:off x="1933088" y="3768200"/>
            <a:ext cx="224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8" name="Google Shape;838;p21"/>
          <p:cNvSpPr txBox="1">
            <a:spLocks noGrp="1"/>
          </p:cNvSpPr>
          <p:nvPr>
            <p:ph type="subTitle" idx="8"/>
          </p:nvPr>
        </p:nvSpPr>
        <p:spPr>
          <a:xfrm>
            <a:off x="5935917" y="3768200"/>
            <a:ext cx="224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9" name="Google Shape;839;p21"/>
          <p:cNvSpPr txBox="1">
            <a:spLocks noGrp="1"/>
          </p:cNvSpPr>
          <p:nvPr>
            <p:ph type="title" idx="9"/>
          </p:nvPr>
        </p:nvSpPr>
        <p:spPr>
          <a:xfrm>
            <a:off x="962575" y="1409675"/>
            <a:ext cx="741900" cy="12543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840" name="Google Shape;840;p21"/>
          <p:cNvSpPr txBox="1">
            <a:spLocks noGrp="1"/>
          </p:cNvSpPr>
          <p:nvPr>
            <p:ph type="title" idx="13"/>
          </p:nvPr>
        </p:nvSpPr>
        <p:spPr>
          <a:xfrm>
            <a:off x="962575" y="3086600"/>
            <a:ext cx="741900" cy="1254300"/>
          </a:xfrm>
          <a:prstGeom prst="rect">
            <a:avLst/>
          </a:prstGeom>
          <a:solidFill>
            <a:schemeClr val="accen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841" name="Google Shape;841;p21"/>
          <p:cNvSpPr txBox="1">
            <a:spLocks noGrp="1"/>
          </p:cNvSpPr>
          <p:nvPr>
            <p:ph type="title" idx="14"/>
          </p:nvPr>
        </p:nvSpPr>
        <p:spPr>
          <a:xfrm>
            <a:off x="4965425" y="1409675"/>
            <a:ext cx="741900" cy="1254300"/>
          </a:xfrm>
          <a:prstGeom prst="rect">
            <a:avLst/>
          </a:prstGeom>
          <a:solidFill>
            <a:schemeClr val="accen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842" name="Google Shape;842;p21"/>
          <p:cNvSpPr txBox="1">
            <a:spLocks noGrp="1"/>
          </p:cNvSpPr>
          <p:nvPr>
            <p:ph type="title" idx="15"/>
          </p:nvPr>
        </p:nvSpPr>
        <p:spPr>
          <a:xfrm>
            <a:off x="4965425" y="3086600"/>
            <a:ext cx="741900" cy="12543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grpSp>
        <p:nvGrpSpPr>
          <p:cNvPr id="843" name="Google Shape;843;p21"/>
          <p:cNvGrpSpPr/>
          <p:nvPr/>
        </p:nvGrpSpPr>
        <p:grpSpPr>
          <a:xfrm>
            <a:off x="1748698" y="4680203"/>
            <a:ext cx="863074" cy="177268"/>
            <a:chOff x="3670460" y="4643166"/>
            <a:chExt cx="863074" cy="177268"/>
          </a:xfrm>
        </p:grpSpPr>
        <p:sp>
          <p:nvSpPr>
            <p:cNvPr id="844" name="Google Shape;844;p21"/>
            <p:cNvSpPr/>
            <p:nvPr/>
          </p:nvSpPr>
          <p:spPr>
            <a:xfrm>
              <a:off x="3670460" y="4643166"/>
              <a:ext cx="144335" cy="144335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6" y="1480"/>
                  </a:moveTo>
                  <a:cubicBezTo>
                    <a:pt x="3585" y="1481"/>
                    <a:pt x="4191" y="2088"/>
                    <a:pt x="4192" y="2837"/>
                  </a:cubicBezTo>
                  <a:cubicBezTo>
                    <a:pt x="4192" y="3385"/>
                    <a:pt x="3862" y="3879"/>
                    <a:pt x="3355" y="4089"/>
                  </a:cubicBezTo>
                  <a:cubicBezTo>
                    <a:pt x="3187" y="4159"/>
                    <a:pt x="3011" y="4192"/>
                    <a:pt x="2836" y="4192"/>
                  </a:cubicBezTo>
                  <a:cubicBezTo>
                    <a:pt x="2483" y="4192"/>
                    <a:pt x="2136" y="4055"/>
                    <a:pt x="1877" y="3795"/>
                  </a:cubicBezTo>
                  <a:cubicBezTo>
                    <a:pt x="1489" y="3407"/>
                    <a:pt x="1373" y="2823"/>
                    <a:pt x="1583" y="2317"/>
                  </a:cubicBezTo>
                  <a:cubicBezTo>
                    <a:pt x="1793" y="1810"/>
                    <a:pt x="2287" y="1480"/>
                    <a:pt x="2836" y="1480"/>
                  </a:cubicBezTo>
                  <a:close/>
                  <a:moveTo>
                    <a:pt x="2836" y="1"/>
                  </a:moveTo>
                  <a:cubicBezTo>
                    <a:pt x="1272" y="1"/>
                    <a:pt x="0" y="1272"/>
                    <a:pt x="0" y="2837"/>
                  </a:cubicBezTo>
                  <a:cubicBezTo>
                    <a:pt x="0" y="4400"/>
                    <a:pt x="1272" y="5673"/>
                    <a:pt x="2836" y="5673"/>
                  </a:cubicBezTo>
                  <a:cubicBezTo>
                    <a:pt x="4400" y="5673"/>
                    <a:pt x="5672" y="4400"/>
                    <a:pt x="5672" y="2837"/>
                  </a:cubicBezTo>
                  <a:cubicBezTo>
                    <a:pt x="5672" y="1272"/>
                    <a:pt x="4400" y="1"/>
                    <a:pt x="2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21"/>
            <p:cNvSpPr/>
            <p:nvPr/>
          </p:nvSpPr>
          <p:spPr>
            <a:xfrm>
              <a:off x="4389199" y="4643171"/>
              <a:ext cx="144335" cy="144335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21"/>
            <p:cNvSpPr/>
            <p:nvPr/>
          </p:nvSpPr>
          <p:spPr>
            <a:xfrm>
              <a:off x="4042810" y="4706146"/>
              <a:ext cx="118359" cy="114288"/>
            </a:xfrm>
            <a:custGeom>
              <a:avLst/>
              <a:gdLst/>
              <a:ahLst/>
              <a:cxnLst/>
              <a:rect l="l" t="t" r="r" b="b"/>
              <a:pathLst>
                <a:path w="4652" h="4492" extrusionOk="0">
                  <a:moveTo>
                    <a:pt x="901" y="0"/>
                  </a:moveTo>
                  <a:cubicBezTo>
                    <a:pt x="691" y="0"/>
                    <a:pt x="481" y="80"/>
                    <a:pt x="321" y="240"/>
                  </a:cubicBezTo>
                  <a:cubicBezTo>
                    <a:pt x="1" y="560"/>
                    <a:pt x="1" y="1080"/>
                    <a:pt x="321" y="1399"/>
                  </a:cubicBezTo>
                  <a:lnTo>
                    <a:pt x="839" y="1918"/>
                  </a:lnTo>
                  <a:cubicBezTo>
                    <a:pt x="1021" y="2099"/>
                    <a:pt x="1021" y="2393"/>
                    <a:pt x="839" y="2574"/>
                  </a:cubicBezTo>
                  <a:lnTo>
                    <a:pt x="321" y="3092"/>
                  </a:lnTo>
                  <a:cubicBezTo>
                    <a:pt x="1" y="3412"/>
                    <a:pt x="1" y="3931"/>
                    <a:pt x="321" y="4251"/>
                  </a:cubicBezTo>
                  <a:cubicBezTo>
                    <a:pt x="481" y="4411"/>
                    <a:pt x="691" y="4491"/>
                    <a:pt x="901" y="4491"/>
                  </a:cubicBezTo>
                  <a:cubicBezTo>
                    <a:pt x="1110" y="4491"/>
                    <a:pt x="1320" y="4411"/>
                    <a:pt x="1480" y="4251"/>
                  </a:cubicBezTo>
                  <a:lnTo>
                    <a:pt x="1999" y="3733"/>
                  </a:lnTo>
                  <a:cubicBezTo>
                    <a:pt x="2089" y="3642"/>
                    <a:pt x="2207" y="3597"/>
                    <a:pt x="2326" y="3597"/>
                  </a:cubicBezTo>
                  <a:cubicBezTo>
                    <a:pt x="2445" y="3597"/>
                    <a:pt x="2564" y="3642"/>
                    <a:pt x="2654" y="3733"/>
                  </a:cubicBezTo>
                  <a:lnTo>
                    <a:pt x="3173" y="4251"/>
                  </a:lnTo>
                  <a:cubicBezTo>
                    <a:pt x="3333" y="4411"/>
                    <a:pt x="3542" y="4491"/>
                    <a:pt x="3752" y="4491"/>
                  </a:cubicBezTo>
                  <a:cubicBezTo>
                    <a:pt x="3962" y="4491"/>
                    <a:pt x="4172" y="4411"/>
                    <a:pt x="4332" y="4251"/>
                  </a:cubicBezTo>
                  <a:cubicBezTo>
                    <a:pt x="4652" y="3931"/>
                    <a:pt x="4652" y="3412"/>
                    <a:pt x="4331" y="3092"/>
                  </a:cubicBezTo>
                  <a:lnTo>
                    <a:pt x="3814" y="2574"/>
                  </a:lnTo>
                  <a:cubicBezTo>
                    <a:pt x="3632" y="2393"/>
                    <a:pt x="3632" y="2099"/>
                    <a:pt x="3814" y="1918"/>
                  </a:cubicBezTo>
                  <a:lnTo>
                    <a:pt x="4332" y="1399"/>
                  </a:lnTo>
                  <a:cubicBezTo>
                    <a:pt x="4652" y="1080"/>
                    <a:pt x="4652" y="561"/>
                    <a:pt x="4332" y="240"/>
                  </a:cubicBezTo>
                  <a:cubicBezTo>
                    <a:pt x="4172" y="80"/>
                    <a:pt x="3962" y="0"/>
                    <a:pt x="3752" y="0"/>
                  </a:cubicBezTo>
                  <a:cubicBezTo>
                    <a:pt x="3542" y="0"/>
                    <a:pt x="3333" y="80"/>
                    <a:pt x="3173" y="240"/>
                  </a:cubicBezTo>
                  <a:lnTo>
                    <a:pt x="2654" y="758"/>
                  </a:lnTo>
                  <a:cubicBezTo>
                    <a:pt x="2564" y="849"/>
                    <a:pt x="2445" y="895"/>
                    <a:pt x="2326" y="895"/>
                  </a:cubicBezTo>
                  <a:cubicBezTo>
                    <a:pt x="2207" y="895"/>
                    <a:pt x="2089" y="849"/>
                    <a:pt x="1999" y="758"/>
                  </a:cubicBezTo>
                  <a:lnTo>
                    <a:pt x="1480" y="240"/>
                  </a:lnTo>
                  <a:cubicBezTo>
                    <a:pt x="1320" y="80"/>
                    <a:pt x="1110" y="0"/>
                    <a:pt x="9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8"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22"/>
          <p:cNvSpPr txBox="1">
            <a:spLocks noGrp="1"/>
          </p:cNvSpPr>
          <p:nvPr>
            <p:ph type="title"/>
          </p:nvPr>
        </p:nvSpPr>
        <p:spPr>
          <a:xfrm>
            <a:off x="3982725" y="3100469"/>
            <a:ext cx="43899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49" name="Google Shape;849;p22"/>
          <p:cNvSpPr txBox="1">
            <a:spLocks noGrp="1"/>
          </p:cNvSpPr>
          <p:nvPr>
            <p:ph type="subTitle" idx="1"/>
          </p:nvPr>
        </p:nvSpPr>
        <p:spPr>
          <a:xfrm>
            <a:off x="3982725" y="1638931"/>
            <a:ext cx="4389900" cy="13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>
  <p:cSld name="CUSTOM_4"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23"/>
          <p:cNvSpPr txBox="1">
            <a:spLocks noGrp="1"/>
          </p:cNvSpPr>
          <p:nvPr>
            <p:ph type="title"/>
          </p:nvPr>
        </p:nvSpPr>
        <p:spPr>
          <a:xfrm>
            <a:off x="726275" y="999825"/>
            <a:ext cx="3507300" cy="8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endParaRPr/>
          </a:p>
        </p:txBody>
      </p:sp>
      <p:sp>
        <p:nvSpPr>
          <p:cNvPr id="852" name="Google Shape;852;p23"/>
          <p:cNvSpPr txBox="1">
            <a:spLocks noGrp="1"/>
          </p:cNvSpPr>
          <p:nvPr>
            <p:ph type="subTitle" idx="1"/>
          </p:nvPr>
        </p:nvSpPr>
        <p:spPr>
          <a:xfrm>
            <a:off x="726275" y="1901800"/>
            <a:ext cx="35073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3" name="Google Shape;853;p23"/>
          <p:cNvSpPr txBox="1">
            <a:spLocks noGrp="1"/>
          </p:cNvSpPr>
          <p:nvPr>
            <p:ph type="title" idx="2"/>
          </p:nvPr>
        </p:nvSpPr>
        <p:spPr>
          <a:xfrm>
            <a:off x="4910425" y="999825"/>
            <a:ext cx="3507300" cy="8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endParaRPr/>
          </a:p>
        </p:txBody>
      </p:sp>
      <p:sp>
        <p:nvSpPr>
          <p:cNvPr id="854" name="Google Shape;854;p23"/>
          <p:cNvSpPr txBox="1">
            <a:spLocks noGrp="1"/>
          </p:cNvSpPr>
          <p:nvPr>
            <p:ph type="subTitle" idx="3"/>
          </p:nvPr>
        </p:nvSpPr>
        <p:spPr>
          <a:xfrm>
            <a:off x="4910425" y="1901800"/>
            <a:ext cx="35073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5" name="Google Shape;855;p23"/>
          <p:cNvSpPr txBox="1">
            <a:spLocks noGrp="1"/>
          </p:cNvSpPr>
          <p:nvPr>
            <p:ph type="title" idx="4"/>
          </p:nvPr>
        </p:nvSpPr>
        <p:spPr>
          <a:xfrm>
            <a:off x="4910425" y="2818400"/>
            <a:ext cx="3507300" cy="8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endParaRPr/>
          </a:p>
        </p:txBody>
      </p:sp>
      <p:sp>
        <p:nvSpPr>
          <p:cNvPr id="856" name="Google Shape;856;p23"/>
          <p:cNvSpPr txBox="1">
            <a:spLocks noGrp="1"/>
          </p:cNvSpPr>
          <p:nvPr>
            <p:ph type="subTitle" idx="5"/>
          </p:nvPr>
        </p:nvSpPr>
        <p:spPr>
          <a:xfrm>
            <a:off x="4910425" y="3720375"/>
            <a:ext cx="35073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7" name="Google Shape;857;p23"/>
          <p:cNvSpPr txBox="1">
            <a:spLocks noGrp="1"/>
          </p:cNvSpPr>
          <p:nvPr>
            <p:ph type="title" idx="6"/>
          </p:nvPr>
        </p:nvSpPr>
        <p:spPr>
          <a:xfrm>
            <a:off x="726275" y="2818400"/>
            <a:ext cx="3507300" cy="8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endParaRPr/>
          </a:p>
        </p:txBody>
      </p:sp>
      <p:sp>
        <p:nvSpPr>
          <p:cNvPr id="858" name="Google Shape;858;p23"/>
          <p:cNvSpPr txBox="1">
            <a:spLocks noGrp="1"/>
          </p:cNvSpPr>
          <p:nvPr>
            <p:ph type="subTitle" idx="7"/>
          </p:nvPr>
        </p:nvSpPr>
        <p:spPr>
          <a:xfrm>
            <a:off x="726275" y="3720375"/>
            <a:ext cx="35073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59" name="Google Shape;859;p23"/>
          <p:cNvGrpSpPr/>
          <p:nvPr/>
        </p:nvGrpSpPr>
        <p:grpSpPr>
          <a:xfrm flipH="1">
            <a:off x="7243867" y="312369"/>
            <a:ext cx="1160803" cy="149474"/>
            <a:chOff x="7406117" y="503619"/>
            <a:chExt cx="1160803" cy="149474"/>
          </a:xfrm>
        </p:grpSpPr>
        <p:sp>
          <p:nvSpPr>
            <p:cNvPr id="860" name="Google Shape;860;p23"/>
            <p:cNvSpPr/>
            <p:nvPr/>
          </p:nvSpPr>
          <p:spPr>
            <a:xfrm>
              <a:off x="7406117" y="508758"/>
              <a:ext cx="144335" cy="144335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23"/>
            <p:cNvSpPr/>
            <p:nvPr/>
          </p:nvSpPr>
          <p:spPr>
            <a:xfrm>
              <a:off x="8438909" y="519064"/>
              <a:ext cx="128011" cy="118870"/>
            </a:xfrm>
            <a:custGeom>
              <a:avLst/>
              <a:gdLst/>
              <a:ahLst/>
              <a:cxnLst/>
              <a:rect l="l" t="t" r="r" b="b"/>
              <a:pathLst>
                <a:path w="4652" h="4492" extrusionOk="0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23"/>
            <p:cNvSpPr/>
            <p:nvPr/>
          </p:nvSpPr>
          <p:spPr>
            <a:xfrm>
              <a:off x="7946326" y="503619"/>
              <a:ext cx="144335" cy="144361"/>
            </a:xfrm>
            <a:custGeom>
              <a:avLst/>
              <a:gdLst/>
              <a:ahLst/>
              <a:cxnLst/>
              <a:rect l="l" t="t" r="r" b="b"/>
              <a:pathLst>
                <a:path w="5673" h="5674" extrusionOk="0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rgbClr val="FF9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3" name="Google Shape;863;p23"/>
          <p:cNvGrpSpPr/>
          <p:nvPr/>
        </p:nvGrpSpPr>
        <p:grpSpPr>
          <a:xfrm>
            <a:off x="713237" y="276512"/>
            <a:ext cx="1209043" cy="370651"/>
            <a:chOff x="7469012" y="531112"/>
            <a:chExt cx="1209043" cy="370651"/>
          </a:xfrm>
        </p:grpSpPr>
        <p:grpSp>
          <p:nvGrpSpPr>
            <p:cNvPr id="864" name="Google Shape;864;p23"/>
            <p:cNvGrpSpPr/>
            <p:nvPr/>
          </p:nvGrpSpPr>
          <p:grpSpPr>
            <a:xfrm>
              <a:off x="7877838" y="531112"/>
              <a:ext cx="457313" cy="370651"/>
              <a:chOff x="955700" y="-622436"/>
              <a:chExt cx="457313" cy="370651"/>
            </a:xfrm>
          </p:grpSpPr>
          <p:sp>
            <p:nvSpPr>
              <p:cNvPr id="865" name="Google Shape;865;p23"/>
              <p:cNvSpPr/>
              <p:nvPr/>
            </p:nvSpPr>
            <p:spPr>
              <a:xfrm>
                <a:off x="1243274" y="-622436"/>
                <a:ext cx="149013" cy="74468"/>
              </a:xfrm>
              <a:custGeom>
                <a:avLst/>
                <a:gdLst/>
                <a:ahLst/>
                <a:cxnLst/>
                <a:rect l="l" t="t" r="r" b="b"/>
                <a:pathLst>
                  <a:path w="3874" h="1936" extrusionOk="0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6" name="Google Shape;866;p23"/>
              <p:cNvSpPr/>
              <p:nvPr/>
            </p:nvSpPr>
            <p:spPr>
              <a:xfrm>
                <a:off x="1053673" y="-620166"/>
                <a:ext cx="237021" cy="229444"/>
              </a:xfrm>
              <a:custGeom>
                <a:avLst/>
                <a:gdLst/>
                <a:ahLst/>
                <a:cxnLst/>
                <a:rect l="l" t="t" r="r" b="b"/>
                <a:pathLst>
                  <a:path w="6162" h="5965" extrusionOk="0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7" name="Google Shape;867;p23"/>
              <p:cNvSpPr/>
              <p:nvPr/>
            </p:nvSpPr>
            <p:spPr>
              <a:xfrm>
                <a:off x="1024670" y="-582315"/>
                <a:ext cx="388343" cy="330530"/>
              </a:xfrm>
              <a:custGeom>
                <a:avLst/>
                <a:gdLst/>
                <a:ahLst/>
                <a:cxnLst/>
                <a:rect l="l" t="t" r="r" b="b"/>
                <a:pathLst>
                  <a:path w="10096" h="8593" extrusionOk="0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8" name="Google Shape;868;p23"/>
              <p:cNvSpPr/>
              <p:nvPr/>
            </p:nvSpPr>
            <p:spPr>
              <a:xfrm>
                <a:off x="955700" y="-436298"/>
                <a:ext cx="164861" cy="180709"/>
              </a:xfrm>
              <a:custGeom>
                <a:avLst/>
                <a:gdLst/>
                <a:ahLst/>
                <a:cxnLst/>
                <a:rect l="l" t="t" r="r" b="b"/>
                <a:pathLst>
                  <a:path w="4286" h="4698" extrusionOk="0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9" name="Google Shape;869;p23"/>
            <p:cNvSpPr/>
            <p:nvPr/>
          </p:nvSpPr>
          <p:spPr>
            <a:xfrm>
              <a:off x="8559696" y="698402"/>
              <a:ext cx="118359" cy="114288"/>
            </a:xfrm>
            <a:custGeom>
              <a:avLst/>
              <a:gdLst/>
              <a:ahLst/>
              <a:cxnLst/>
              <a:rect l="l" t="t" r="r" b="b"/>
              <a:pathLst>
                <a:path w="4652" h="4492" extrusionOk="0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23"/>
            <p:cNvSpPr/>
            <p:nvPr/>
          </p:nvSpPr>
          <p:spPr>
            <a:xfrm>
              <a:off x="7469012" y="685009"/>
              <a:ext cx="144335" cy="144335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 1">
  <p:cSld name="CUSTOM_4_1"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24"/>
          <p:cNvSpPr txBox="1">
            <a:spLocks noGrp="1"/>
          </p:cNvSpPr>
          <p:nvPr>
            <p:ph type="title"/>
          </p:nvPr>
        </p:nvSpPr>
        <p:spPr>
          <a:xfrm>
            <a:off x="3886200" y="1557882"/>
            <a:ext cx="1371600" cy="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73" name="Google Shape;873;p24"/>
          <p:cNvSpPr txBox="1">
            <a:spLocks noGrp="1"/>
          </p:cNvSpPr>
          <p:nvPr>
            <p:ph type="title" idx="2"/>
          </p:nvPr>
        </p:nvSpPr>
        <p:spPr>
          <a:xfrm>
            <a:off x="6535950" y="1557882"/>
            <a:ext cx="1371600" cy="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74" name="Google Shape;874;p24"/>
          <p:cNvSpPr txBox="1">
            <a:spLocks noGrp="1"/>
          </p:cNvSpPr>
          <p:nvPr>
            <p:ph type="title" idx="3"/>
          </p:nvPr>
        </p:nvSpPr>
        <p:spPr>
          <a:xfrm>
            <a:off x="1236451" y="1557882"/>
            <a:ext cx="1371600" cy="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75" name="Google Shape;875;p24"/>
          <p:cNvSpPr txBox="1">
            <a:spLocks noGrp="1"/>
          </p:cNvSpPr>
          <p:nvPr>
            <p:ph type="title" idx="4"/>
          </p:nvPr>
        </p:nvSpPr>
        <p:spPr>
          <a:xfrm>
            <a:off x="6019500" y="2536700"/>
            <a:ext cx="2404500" cy="5019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76" name="Google Shape;876;p24"/>
          <p:cNvSpPr txBox="1">
            <a:spLocks noGrp="1"/>
          </p:cNvSpPr>
          <p:nvPr>
            <p:ph type="title" idx="5"/>
          </p:nvPr>
        </p:nvSpPr>
        <p:spPr>
          <a:xfrm>
            <a:off x="3369750" y="2536700"/>
            <a:ext cx="2404500" cy="5019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77" name="Google Shape;877;p24"/>
          <p:cNvSpPr txBox="1">
            <a:spLocks noGrp="1"/>
          </p:cNvSpPr>
          <p:nvPr>
            <p:ph type="subTitle" idx="1"/>
          </p:nvPr>
        </p:nvSpPr>
        <p:spPr>
          <a:xfrm>
            <a:off x="720000" y="3317925"/>
            <a:ext cx="2404500" cy="8265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8" name="Google Shape;878;p24"/>
          <p:cNvSpPr txBox="1">
            <a:spLocks noGrp="1"/>
          </p:cNvSpPr>
          <p:nvPr>
            <p:ph type="subTitle" idx="6"/>
          </p:nvPr>
        </p:nvSpPr>
        <p:spPr>
          <a:xfrm>
            <a:off x="3369750" y="3317925"/>
            <a:ext cx="2404500" cy="8265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9" name="Google Shape;879;p24"/>
          <p:cNvSpPr txBox="1">
            <a:spLocks noGrp="1"/>
          </p:cNvSpPr>
          <p:nvPr>
            <p:ph type="title" idx="7"/>
          </p:nvPr>
        </p:nvSpPr>
        <p:spPr>
          <a:xfrm>
            <a:off x="720000" y="2536700"/>
            <a:ext cx="2404500" cy="5019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80" name="Google Shape;880;p24"/>
          <p:cNvSpPr txBox="1">
            <a:spLocks noGrp="1"/>
          </p:cNvSpPr>
          <p:nvPr>
            <p:ph type="subTitle" idx="8"/>
          </p:nvPr>
        </p:nvSpPr>
        <p:spPr>
          <a:xfrm>
            <a:off x="6019500" y="3317925"/>
            <a:ext cx="2404500" cy="8265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1" name="Google Shape;881;p24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882" name="Google Shape;882;p24"/>
          <p:cNvGrpSpPr/>
          <p:nvPr/>
        </p:nvGrpSpPr>
        <p:grpSpPr>
          <a:xfrm flipH="1">
            <a:off x="-145342" y="1476424"/>
            <a:ext cx="789146" cy="370056"/>
            <a:chOff x="2608662" y="827362"/>
            <a:chExt cx="789146" cy="370056"/>
          </a:xfrm>
        </p:grpSpPr>
        <p:grpSp>
          <p:nvGrpSpPr>
            <p:cNvPr id="883" name="Google Shape;883;p24"/>
            <p:cNvGrpSpPr/>
            <p:nvPr/>
          </p:nvGrpSpPr>
          <p:grpSpPr>
            <a:xfrm>
              <a:off x="2796617" y="827362"/>
              <a:ext cx="601191" cy="368434"/>
              <a:chOff x="-4112725" y="1691025"/>
              <a:chExt cx="2381898" cy="1459722"/>
            </a:xfrm>
          </p:grpSpPr>
          <p:sp>
            <p:nvSpPr>
              <p:cNvPr id="884" name="Google Shape;884;p24"/>
              <p:cNvSpPr/>
              <p:nvPr/>
            </p:nvSpPr>
            <p:spPr>
              <a:xfrm>
                <a:off x="-4111422" y="1691025"/>
                <a:ext cx="2380592" cy="1377403"/>
              </a:xfrm>
              <a:custGeom>
                <a:avLst/>
                <a:gdLst/>
                <a:ahLst/>
                <a:cxnLst/>
                <a:rect l="l" t="t" r="r" b="b"/>
                <a:pathLst>
                  <a:path w="10961" h="6342" extrusionOk="0">
                    <a:moveTo>
                      <a:pt x="3623" y="0"/>
                    </a:moveTo>
                    <a:lnTo>
                      <a:pt x="1" y="2104"/>
                    </a:lnTo>
                    <a:lnTo>
                      <a:pt x="7338" y="6341"/>
                    </a:lnTo>
                    <a:lnTo>
                      <a:pt x="10960" y="4236"/>
                    </a:lnTo>
                    <a:lnTo>
                      <a:pt x="362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5" name="Google Shape;885;p24"/>
              <p:cNvSpPr/>
              <p:nvPr/>
            </p:nvSpPr>
            <p:spPr>
              <a:xfrm>
                <a:off x="-2518783" y="2611036"/>
                <a:ext cx="787956" cy="539711"/>
              </a:xfrm>
              <a:custGeom>
                <a:avLst/>
                <a:gdLst/>
                <a:ahLst/>
                <a:cxnLst/>
                <a:rect l="l" t="t" r="r" b="b"/>
                <a:pathLst>
                  <a:path w="3628" h="2485" extrusionOk="0">
                    <a:moveTo>
                      <a:pt x="3627" y="0"/>
                    </a:moveTo>
                    <a:lnTo>
                      <a:pt x="5" y="2105"/>
                    </a:lnTo>
                    <a:lnTo>
                      <a:pt x="0" y="2484"/>
                    </a:lnTo>
                    <a:lnTo>
                      <a:pt x="3622" y="380"/>
                    </a:lnTo>
                    <a:lnTo>
                      <a:pt x="362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6" name="Google Shape;886;p24"/>
              <p:cNvSpPr/>
              <p:nvPr/>
            </p:nvSpPr>
            <p:spPr>
              <a:xfrm>
                <a:off x="-4112725" y="2147990"/>
                <a:ext cx="1595025" cy="1002755"/>
              </a:xfrm>
              <a:custGeom>
                <a:avLst/>
                <a:gdLst/>
                <a:ahLst/>
                <a:cxnLst/>
                <a:rect l="l" t="t" r="r" b="b"/>
                <a:pathLst>
                  <a:path w="7344" h="4617" extrusionOk="0">
                    <a:moveTo>
                      <a:pt x="7" y="0"/>
                    </a:moveTo>
                    <a:lnTo>
                      <a:pt x="1" y="381"/>
                    </a:lnTo>
                    <a:lnTo>
                      <a:pt x="7339" y="4616"/>
                    </a:lnTo>
                    <a:lnTo>
                      <a:pt x="7344" y="423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7" name="Google Shape;887;p24"/>
              <p:cNvSpPr/>
              <p:nvPr/>
            </p:nvSpPr>
            <p:spPr>
              <a:xfrm>
                <a:off x="-3609718" y="1978148"/>
                <a:ext cx="1386091" cy="802508"/>
              </a:xfrm>
              <a:custGeom>
                <a:avLst/>
                <a:gdLst/>
                <a:ahLst/>
                <a:cxnLst/>
                <a:rect l="l" t="t" r="r" b="b"/>
                <a:pathLst>
                  <a:path w="6382" h="3695" extrusionOk="0">
                    <a:moveTo>
                      <a:pt x="3164" y="1033"/>
                    </a:moveTo>
                    <a:cubicBezTo>
                      <a:pt x="3510" y="1033"/>
                      <a:pt x="3857" y="1109"/>
                      <a:pt x="4123" y="1262"/>
                    </a:cubicBezTo>
                    <a:cubicBezTo>
                      <a:pt x="4652" y="1569"/>
                      <a:pt x="4656" y="2065"/>
                      <a:pt x="4128" y="2372"/>
                    </a:cubicBezTo>
                    <a:cubicBezTo>
                      <a:pt x="3865" y="2525"/>
                      <a:pt x="3519" y="2602"/>
                      <a:pt x="3173" y="2602"/>
                    </a:cubicBezTo>
                    <a:cubicBezTo>
                      <a:pt x="2826" y="2602"/>
                      <a:pt x="2479" y="2525"/>
                      <a:pt x="2215" y="2372"/>
                    </a:cubicBezTo>
                    <a:lnTo>
                      <a:pt x="2213" y="2372"/>
                    </a:lnTo>
                    <a:cubicBezTo>
                      <a:pt x="1684" y="2065"/>
                      <a:pt x="1681" y="1569"/>
                      <a:pt x="2208" y="1262"/>
                    </a:cubicBezTo>
                    <a:cubicBezTo>
                      <a:pt x="2471" y="1109"/>
                      <a:pt x="2817" y="1033"/>
                      <a:pt x="3164" y="1033"/>
                    </a:cubicBezTo>
                    <a:close/>
                    <a:moveTo>
                      <a:pt x="2370" y="1"/>
                    </a:moveTo>
                    <a:cubicBezTo>
                      <a:pt x="2082" y="75"/>
                      <a:pt x="1771" y="112"/>
                      <a:pt x="1461" y="112"/>
                    </a:cubicBezTo>
                    <a:cubicBezTo>
                      <a:pt x="1204" y="112"/>
                      <a:pt x="947" y="87"/>
                      <a:pt x="702" y="36"/>
                    </a:cubicBezTo>
                    <a:lnTo>
                      <a:pt x="9" y="438"/>
                    </a:lnTo>
                    <a:cubicBezTo>
                      <a:pt x="193" y="729"/>
                      <a:pt x="190" y="1051"/>
                      <a:pt x="0" y="1341"/>
                    </a:cubicBezTo>
                    <a:lnTo>
                      <a:pt x="4076" y="3695"/>
                    </a:lnTo>
                    <a:cubicBezTo>
                      <a:pt x="4340" y="3638"/>
                      <a:pt x="4609" y="3609"/>
                      <a:pt x="4877" y="3609"/>
                    </a:cubicBezTo>
                    <a:cubicBezTo>
                      <a:pt x="5092" y="3609"/>
                      <a:pt x="5307" y="3628"/>
                      <a:pt x="5520" y="3664"/>
                    </a:cubicBezTo>
                    <a:lnTo>
                      <a:pt x="6288" y="3218"/>
                    </a:lnTo>
                    <a:cubicBezTo>
                      <a:pt x="6134" y="2922"/>
                      <a:pt x="6166" y="2602"/>
                      <a:pt x="6381" y="2318"/>
                    </a:cubicBezTo>
                    <a:lnTo>
                      <a:pt x="237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p24"/>
              <p:cNvSpPr/>
              <p:nvPr/>
            </p:nvSpPr>
            <p:spPr>
              <a:xfrm>
                <a:off x="-3083254" y="2270702"/>
                <a:ext cx="323392" cy="187650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864" extrusionOk="0">
                    <a:moveTo>
                      <a:pt x="1337" y="0"/>
                    </a:moveTo>
                    <a:lnTo>
                      <a:pt x="1249" y="50"/>
                    </a:lnTo>
                    <a:cubicBezTo>
                      <a:pt x="1190" y="29"/>
                      <a:pt x="1127" y="18"/>
                      <a:pt x="1065" y="18"/>
                    </a:cubicBezTo>
                    <a:cubicBezTo>
                      <a:pt x="1045" y="18"/>
                      <a:pt x="1026" y="19"/>
                      <a:pt x="1007" y="21"/>
                    </a:cubicBezTo>
                    <a:cubicBezTo>
                      <a:pt x="920" y="32"/>
                      <a:pt x="838" y="62"/>
                      <a:pt x="764" y="106"/>
                    </a:cubicBezTo>
                    <a:cubicBezTo>
                      <a:pt x="708" y="138"/>
                      <a:pt x="669" y="171"/>
                      <a:pt x="646" y="205"/>
                    </a:cubicBezTo>
                    <a:cubicBezTo>
                      <a:pt x="625" y="235"/>
                      <a:pt x="613" y="269"/>
                      <a:pt x="608" y="306"/>
                    </a:cubicBezTo>
                    <a:cubicBezTo>
                      <a:pt x="605" y="338"/>
                      <a:pt x="607" y="371"/>
                      <a:pt x="614" y="404"/>
                    </a:cubicBezTo>
                    <a:cubicBezTo>
                      <a:pt x="620" y="435"/>
                      <a:pt x="624" y="467"/>
                      <a:pt x="627" y="498"/>
                    </a:cubicBezTo>
                    <a:cubicBezTo>
                      <a:pt x="629" y="528"/>
                      <a:pt x="624" y="557"/>
                      <a:pt x="613" y="585"/>
                    </a:cubicBezTo>
                    <a:cubicBezTo>
                      <a:pt x="602" y="612"/>
                      <a:pt x="576" y="638"/>
                      <a:pt x="535" y="662"/>
                    </a:cubicBezTo>
                    <a:cubicBezTo>
                      <a:pt x="500" y="683"/>
                      <a:pt x="460" y="697"/>
                      <a:pt x="419" y="699"/>
                    </a:cubicBezTo>
                    <a:cubicBezTo>
                      <a:pt x="385" y="698"/>
                      <a:pt x="352" y="689"/>
                      <a:pt x="323" y="672"/>
                    </a:cubicBezTo>
                    <a:cubicBezTo>
                      <a:pt x="293" y="656"/>
                      <a:pt x="277" y="638"/>
                      <a:pt x="277" y="618"/>
                    </a:cubicBezTo>
                    <a:cubicBezTo>
                      <a:pt x="277" y="597"/>
                      <a:pt x="298" y="574"/>
                      <a:pt x="341" y="549"/>
                    </a:cubicBezTo>
                    <a:lnTo>
                      <a:pt x="433" y="496"/>
                    </a:lnTo>
                    <a:lnTo>
                      <a:pt x="257" y="394"/>
                    </a:lnTo>
                    <a:lnTo>
                      <a:pt x="175" y="441"/>
                    </a:lnTo>
                    <a:cubicBezTo>
                      <a:pt x="95" y="487"/>
                      <a:pt x="47" y="535"/>
                      <a:pt x="30" y="582"/>
                    </a:cubicBezTo>
                    <a:cubicBezTo>
                      <a:pt x="14" y="631"/>
                      <a:pt x="33" y="679"/>
                      <a:pt x="87" y="725"/>
                    </a:cubicBezTo>
                    <a:lnTo>
                      <a:pt x="0" y="776"/>
                    </a:lnTo>
                    <a:lnTo>
                      <a:pt x="154" y="864"/>
                    </a:lnTo>
                    <a:lnTo>
                      <a:pt x="240" y="814"/>
                    </a:lnTo>
                    <a:cubicBezTo>
                      <a:pt x="301" y="838"/>
                      <a:pt x="365" y="850"/>
                      <a:pt x="431" y="850"/>
                    </a:cubicBezTo>
                    <a:cubicBezTo>
                      <a:pt x="449" y="850"/>
                      <a:pt x="468" y="849"/>
                      <a:pt x="487" y="847"/>
                    </a:cubicBezTo>
                    <a:cubicBezTo>
                      <a:pt x="574" y="836"/>
                      <a:pt x="658" y="808"/>
                      <a:pt x="733" y="763"/>
                    </a:cubicBezTo>
                    <a:cubicBezTo>
                      <a:pt x="790" y="730"/>
                      <a:pt x="830" y="697"/>
                      <a:pt x="851" y="663"/>
                    </a:cubicBezTo>
                    <a:cubicBezTo>
                      <a:pt x="873" y="633"/>
                      <a:pt x="885" y="598"/>
                      <a:pt x="889" y="562"/>
                    </a:cubicBezTo>
                    <a:cubicBezTo>
                      <a:pt x="892" y="529"/>
                      <a:pt x="890" y="496"/>
                      <a:pt x="883" y="464"/>
                    </a:cubicBezTo>
                    <a:cubicBezTo>
                      <a:pt x="876" y="434"/>
                      <a:pt x="872" y="402"/>
                      <a:pt x="869" y="370"/>
                    </a:cubicBezTo>
                    <a:cubicBezTo>
                      <a:pt x="868" y="341"/>
                      <a:pt x="873" y="310"/>
                      <a:pt x="884" y="283"/>
                    </a:cubicBezTo>
                    <a:cubicBezTo>
                      <a:pt x="894" y="255"/>
                      <a:pt x="919" y="230"/>
                      <a:pt x="960" y="206"/>
                    </a:cubicBezTo>
                    <a:cubicBezTo>
                      <a:pt x="995" y="184"/>
                      <a:pt x="1035" y="171"/>
                      <a:pt x="1077" y="168"/>
                    </a:cubicBezTo>
                    <a:cubicBezTo>
                      <a:pt x="1079" y="168"/>
                      <a:pt x="1081" y="168"/>
                      <a:pt x="1082" y="168"/>
                    </a:cubicBezTo>
                    <a:cubicBezTo>
                      <a:pt x="1114" y="168"/>
                      <a:pt x="1144" y="177"/>
                      <a:pt x="1171" y="193"/>
                    </a:cubicBezTo>
                    <a:cubicBezTo>
                      <a:pt x="1201" y="210"/>
                      <a:pt x="1215" y="227"/>
                      <a:pt x="1214" y="248"/>
                    </a:cubicBezTo>
                    <a:cubicBezTo>
                      <a:pt x="1213" y="268"/>
                      <a:pt x="1190" y="290"/>
                      <a:pt x="1147" y="315"/>
                    </a:cubicBezTo>
                    <a:lnTo>
                      <a:pt x="1100" y="343"/>
                    </a:lnTo>
                    <a:lnTo>
                      <a:pt x="1277" y="445"/>
                    </a:lnTo>
                    <a:lnTo>
                      <a:pt x="1314" y="425"/>
                    </a:lnTo>
                    <a:cubicBezTo>
                      <a:pt x="1395" y="377"/>
                      <a:pt x="1441" y="329"/>
                      <a:pt x="1458" y="281"/>
                    </a:cubicBezTo>
                    <a:cubicBezTo>
                      <a:pt x="1474" y="233"/>
                      <a:pt x="1455" y="186"/>
                      <a:pt x="1401" y="139"/>
                    </a:cubicBezTo>
                    <a:lnTo>
                      <a:pt x="1489" y="89"/>
                    </a:lnTo>
                    <a:lnTo>
                      <a:pt x="13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9" name="Google Shape;889;p24"/>
            <p:cNvSpPr/>
            <p:nvPr/>
          </p:nvSpPr>
          <p:spPr>
            <a:xfrm>
              <a:off x="2608662" y="1079037"/>
              <a:ext cx="118381" cy="118381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0" name="Google Shape;890;p24"/>
          <p:cNvGrpSpPr/>
          <p:nvPr/>
        </p:nvGrpSpPr>
        <p:grpSpPr>
          <a:xfrm>
            <a:off x="2301077" y="4428997"/>
            <a:ext cx="1585128" cy="350005"/>
            <a:chOff x="7010771" y="697150"/>
            <a:chExt cx="1678628" cy="370650"/>
          </a:xfrm>
        </p:grpSpPr>
        <p:grpSp>
          <p:nvGrpSpPr>
            <p:cNvPr id="891" name="Google Shape;891;p24"/>
            <p:cNvGrpSpPr/>
            <p:nvPr/>
          </p:nvGrpSpPr>
          <p:grpSpPr>
            <a:xfrm>
              <a:off x="7873613" y="697150"/>
              <a:ext cx="457313" cy="370650"/>
              <a:chOff x="1298600" y="-919198"/>
              <a:chExt cx="457313" cy="370650"/>
            </a:xfrm>
          </p:grpSpPr>
          <p:sp>
            <p:nvSpPr>
              <p:cNvPr id="892" name="Google Shape;892;p24"/>
              <p:cNvSpPr/>
              <p:nvPr/>
            </p:nvSpPr>
            <p:spPr>
              <a:xfrm>
                <a:off x="1586174" y="-919198"/>
                <a:ext cx="149013" cy="74468"/>
              </a:xfrm>
              <a:custGeom>
                <a:avLst/>
                <a:gdLst/>
                <a:ahLst/>
                <a:cxnLst/>
                <a:rect l="l" t="t" r="r" b="b"/>
                <a:pathLst>
                  <a:path w="3874" h="1936" extrusionOk="0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3" name="Google Shape;893;p24"/>
              <p:cNvSpPr/>
              <p:nvPr/>
            </p:nvSpPr>
            <p:spPr>
              <a:xfrm>
                <a:off x="1396573" y="-916929"/>
                <a:ext cx="237021" cy="229444"/>
              </a:xfrm>
              <a:custGeom>
                <a:avLst/>
                <a:gdLst/>
                <a:ahLst/>
                <a:cxnLst/>
                <a:rect l="l" t="t" r="r" b="b"/>
                <a:pathLst>
                  <a:path w="6162" h="5965" extrusionOk="0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4" name="Google Shape;894;p24"/>
              <p:cNvSpPr/>
              <p:nvPr/>
            </p:nvSpPr>
            <p:spPr>
              <a:xfrm>
                <a:off x="1367570" y="-879078"/>
                <a:ext cx="388343" cy="330530"/>
              </a:xfrm>
              <a:custGeom>
                <a:avLst/>
                <a:gdLst/>
                <a:ahLst/>
                <a:cxnLst/>
                <a:rect l="l" t="t" r="r" b="b"/>
                <a:pathLst>
                  <a:path w="10096" h="8593" extrusionOk="0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5" name="Google Shape;895;p24"/>
              <p:cNvSpPr/>
              <p:nvPr/>
            </p:nvSpPr>
            <p:spPr>
              <a:xfrm>
                <a:off x="1298600" y="-733060"/>
                <a:ext cx="164861" cy="180709"/>
              </a:xfrm>
              <a:custGeom>
                <a:avLst/>
                <a:gdLst/>
                <a:ahLst/>
                <a:cxnLst/>
                <a:rect l="l" t="t" r="r" b="b"/>
                <a:pathLst>
                  <a:path w="4286" h="4698" extrusionOk="0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6" name="Google Shape;896;p24"/>
            <p:cNvSpPr/>
            <p:nvPr/>
          </p:nvSpPr>
          <p:spPr>
            <a:xfrm>
              <a:off x="7010771" y="858027"/>
              <a:ext cx="118359" cy="114288"/>
            </a:xfrm>
            <a:custGeom>
              <a:avLst/>
              <a:gdLst/>
              <a:ahLst/>
              <a:cxnLst/>
              <a:rect l="l" t="t" r="r" b="b"/>
              <a:pathLst>
                <a:path w="4652" h="4492" extrusionOk="0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24"/>
            <p:cNvSpPr/>
            <p:nvPr/>
          </p:nvSpPr>
          <p:spPr>
            <a:xfrm>
              <a:off x="7426687" y="843009"/>
              <a:ext cx="144335" cy="144335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24"/>
            <p:cNvSpPr/>
            <p:nvPr/>
          </p:nvSpPr>
          <p:spPr>
            <a:xfrm>
              <a:off x="8545064" y="842994"/>
              <a:ext cx="144335" cy="144361"/>
            </a:xfrm>
            <a:custGeom>
              <a:avLst/>
              <a:gdLst/>
              <a:ahLst/>
              <a:cxnLst/>
              <a:rect l="l" t="t" r="r" b="b"/>
              <a:pathLst>
                <a:path w="5673" h="5674" extrusionOk="0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01" name="Google Shape;901;p25"/>
          <p:cNvSpPr txBox="1">
            <a:spLocks noGrp="1"/>
          </p:cNvSpPr>
          <p:nvPr>
            <p:ph type="title" idx="2"/>
          </p:nvPr>
        </p:nvSpPr>
        <p:spPr>
          <a:xfrm>
            <a:off x="2584650" y="2257038"/>
            <a:ext cx="18975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02" name="Google Shape;902;p25"/>
          <p:cNvSpPr txBox="1">
            <a:spLocks noGrp="1"/>
          </p:cNvSpPr>
          <p:nvPr>
            <p:ph type="title" idx="3"/>
          </p:nvPr>
        </p:nvSpPr>
        <p:spPr>
          <a:xfrm>
            <a:off x="6519450" y="2257038"/>
            <a:ext cx="18975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03" name="Google Shape;903;p25"/>
          <p:cNvSpPr txBox="1">
            <a:spLocks noGrp="1"/>
          </p:cNvSpPr>
          <p:nvPr>
            <p:ph type="subTitle" idx="1"/>
          </p:nvPr>
        </p:nvSpPr>
        <p:spPr>
          <a:xfrm>
            <a:off x="2584650" y="2669997"/>
            <a:ext cx="1897200" cy="7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>
            <a:endParaRPr/>
          </a:p>
        </p:txBody>
      </p:sp>
      <p:sp>
        <p:nvSpPr>
          <p:cNvPr id="904" name="Google Shape;904;p25"/>
          <p:cNvSpPr txBox="1">
            <a:spLocks noGrp="1"/>
          </p:cNvSpPr>
          <p:nvPr>
            <p:ph type="subTitle" idx="4"/>
          </p:nvPr>
        </p:nvSpPr>
        <p:spPr>
          <a:xfrm>
            <a:off x="6519750" y="2669997"/>
            <a:ext cx="1897500" cy="7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07" name="Google Shape;907;p26"/>
          <p:cNvSpPr txBox="1">
            <a:spLocks noGrp="1"/>
          </p:cNvSpPr>
          <p:nvPr>
            <p:ph type="body" idx="1"/>
          </p:nvPr>
        </p:nvSpPr>
        <p:spPr>
          <a:xfrm>
            <a:off x="720000" y="1570575"/>
            <a:ext cx="3809700" cy="30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279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marL="1371600" lvl="2" indent="-279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marL="1828800" lvl="3" indent="-279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marL="3200400" lvl="6" indent="-2730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marL="3657600" lvl="7" indent="-2730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marL="4114800" lvl="8" indent="-266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908" name="Google Shape;908;p26"/>
          <p:cNvSpPr txBox="1">
            <a:spLocks noGrp="1"/>
          </p:cNvSpPr>
          <p:nvPr>
            <p:ph type="body" idx="2"/>
          </p:nvPr>
        </p:nvSpPr>
        <p:spPr>
          <a:xfrm>
            <a:off x="4621068" y="1570575"/>
            <a:ext cx="3809700" cy="30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279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marL="1371600" lvl="2" indent="-279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marL="1828800" lvl="3" indent="-279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marL="3200400" lvl="6" indent="-2730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marL="3657600" lvl="7" indent="-2730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marL="4114800" lvl="8" indent="-266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"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27"/>
          <p:cNvSpPr txBox="1">
            <a:spLocks noGrp="1"/>
          </p:cNvSpPr>
          <p:nvPr>
            <p:ph type="title"/>
          </p:nvPr>
        </p:nvSpPr>
        <p:spPr>
          <a:xfrm>
            <a:off x="6019500" y="2718525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11" name="Google Shape;911;p27"/>
          <p:cNvSpPr txBox="1">
            <a:spLocks noGrp="1"/>
          </p:cNvSpPr>
          <p:nvPr>
            <p:ph type="title" idx="2"/>
          </p:nvPr>
        </p:nvSpPr>
        <p:spPr>
          <a:xfrm>
            <a:off x="3369748" y="2718525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12" name="Google Shape;912;p27"/>
          <p:cNvSpPr txBox="1">
            <a:spLocks noGrp="1"/>
          </p:cNvSpPr>
          <p:nvPr>
            <p:ph type="subTitle" idx="1"/>
          </p:nvPr>
        </p:nvSpPr>
        <p:spPr>
          <a:xfrm>
            <a:off x="720001" y="3029788"/>
            <a:ext cx="2404500" cy="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3" name="Google Shape;913;p27"/>
          <p:cNvSpPr txBox="1">
            <a:spLocks noGrp="1"/>
          </p:cNvSpPr>
          <p:nvPr>
            <p:ph type="subTitle" idx="3"/>
          </p:nvPr>
        </p:nvSpPr>
        <p:spPr>
          <a:xfrm>
            <a:off x="3369750" y="3029788"/>
            <a:ext cx="2404500" cy="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4" name="Google Shape;914;p27"/>
          <p:cNvSpPr txBox="1">
            <a:spLocks noGrp="1"/>
          </p:cNvSpPr>
          <p:nvPr>
            <p:ph type="title" idx="4"/>
          </p:nvPr>
        </p:nvSpPr>
        <p:spPr>
          <a:xfrm>
            <a:off x="720001" y="2718525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15" name="Google Shape;915;p27"/>
          <p:cNvSpPr txBox="1">
            <a:spLocks noGrp="1"/>
          </p:cNvSpPr>
          <p:nvPr>
            <p:ph type="subTitle" idx="5"/>
          </p:nvPr>
        </p:nvSpPr>
        <p:spPr>
          <a:xfrm>
            <a:off x="6019500" y="3029788"/>
            <a:ext cx="2404500" cy="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6" name="Google Shape;916;p27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2_1"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28"/>
          <p:cNvSpPr txBox="1">
            <a:spLocks noGrp="1"/>
          </p:cNvSpPr>
          <p:nvPr>
            <p:ph type="title"/>
          </p:nvPr>
        </p:nvSpPr>
        <p:spPr>
          <a:xfrm>
            <a:off x="6019500" y="1552050"/>
            <a:ext cx="2404500" cy="393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19" name="Google Shape;919;p28"/>
          <p:cNvSpPr txBox="1">
            <a:spLocks noGrp="1"/>
          </p:cNvSpPr>
          <p:nvPr>
            <p:ph type="title" idx="2"/>
          </p:nvPr>
        </p:nvSpPr>
        <p:spPr>
          <a:xfrm>
            <a:off x="3369748" y="1552050"/>
            <a:ext cx="2404500" cy="393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20" name="Google Shape;920;p28"/>
          <p:cNvSpPr txBox="1">
            <a:spLocks noGrp="1"/>
          </p:cNvSpPr>
          <p:nvPr>
            <p:ph type="subTitle" idx="1"/>
          </p:nvPr>
        </p:nvSpPr>
        <p:spPr>
          <a:xfrm>
            <a:off x="720001" y="2333275"/>
            <a:ext cx="2404500" cy="886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1" name="Google Shape;921;p28"/>
          <p:cNvSpPr txBox="1">
            <a:spLocks noGrp="1"/>
          </p:cNvSpPr>
          <p:nvPr>
            <p:ph type="subTitle" idx="3"/>
          </p:nvPr>
        </p:nvSpPr>
        <p:spPr>
          <a:xfrm>
            <a:off x="3369741" y="2333275"/>
            <a:ext cx="2404500" cy="886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2" name="Google Shape;922;p28"/>
          <p:cNvSpPr txBox="1">
            <a:spLocks noGrp="1"/>
          </p:cNvSpPr>
          <p:nvPr>
            <p:ph type="title" idx="4"/>
          </p:nvPr>
        </p:nvSpPr>
        <p:spPr>
          <a:xfrm>
            <a:off x="720001" y="1552050"/>
            <a:ext cx="2404500" cy="393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23" name="Google Shape;923;p28"/>
          <p:cNvSpPr txBox="1">
            <a:spLocks noGrp="1"/>
          </p:cNvSpPr>
          <p:nvPr>
            <p:ph type="subTitle" idx="5"/>
          </p:nvPr>
        </p:nvSpPr>
        <p:spPr>
          <a:xfrm>
            <a:off x="6019500" y="2333275"/>
            <a:ext cx="2404500" cy="886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4" name="Google Shape;924;p28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"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29"/>
          <p:cNvSpPr txBox="1">
            <a:spLocks noGrp="1"/>
          </p:cNvSpPr>
          <p:nvPr>
            <p:ph type="title"/>
          </p:nvPr>
        </p:nvSpPr>
        <p:spPr>
          <a:xfrm>
            <a:off x="1599966" y="1695975"/>
            <a:ext cx="2765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27" name="Google Shape;927;p29"/>
          <p:cNvSpPr txBox="1">
            <a:spLocks noGrp="1"/>
          </p:cNvSpPr>
          <p:nvPr>
            <p:ph type="title" idx="2"/>
          </p:nvPr>
        </p:nvSpPr>
        <p:spPr>
          <a:xfrm>
            <a:off x="5458739" y="1695975"/>
            <a:ext cx="2765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28" name="Google Shape;928;p29"/>
          <p:cNvSpPr txBox="1">
            <a:spLocks noGrp="1"/>
          </p:cNvSpPr>
          <p:nvPr>
            <p:ph type="subTitle" idx="1"/>
          </p:nvPr>
        </p:nvSpPr>
        <p:spPr>
          <a:xfrm>
            <a:off x="1599959" y="1921550"/>
            <a:ext cx="2765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9" name="Google Shape;929;p29"/>
          <p:cNvSpPr txBox="1">
            <a:spLocks noGrp="1"/>
          </p:cNvSpPr>
          <p:nvPr>
            <p:ph type="subTitle" idx="3"/>
          </p:nvPr>
        </p:nvSpPr>
        <p:spPr>
          <a:xfrm>
            <a:off x="5458732" y="1921550"/>
            <a:ext cx="2765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0" name="Google Shape;930;p29"/>
          <p:cNvSpPr txBox="1">
            <a:spLocks noGrp="1"/>
          </p:cNvSpPr>
          <p:nvPr>
            <p:ph type="title" idx="4"/>
          </p:nvPr>
        </p:nvSpPr>
        <p:spPr>
          <a:xfrm>
            <a:off x="1599966" y="3220475"/>
            <a:ext cx="2765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31" name="Google Shape;931;p29"/>
          <p:cNvSpPr txBox="1">
            <a:spLocks noGrp="1"/>
          </p:cNvSpPr>
          <p:nvPr>
            <p:ph type="title" idx="5"/>
          </p:nvPr>
        </p:nvSpPr>
        <p:spPr>
          <a:xfrm>
            <a:off x="5458739" y="3220475"/>
            <a:ext cx="2765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32" name="Google Shape;932;p29"/>
          <p:cNvSpPr txBox="1">
            <a:spLocks noGrp="1"/>
          </p:cNvSpPr>
          <p:nvPr>
            <p:ph type="subTitle" idx="6"/>
          </p:nvPr>
        </p:nvSpPr>
        <p:spPr>
          <a:xfrm>
            <a:off x="1599959" y="3446050"/>
            <a:ext cx="2765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3" name="Google Shape;933;p29"/>
          <p:cNvSpPr txBox="1">
            <a:spLocks noGrp="1"/>
          </p:cNvSpPr>
          <p:nvPr>
            <p:ph type="subTitle" idx="7"/>
          </p:nvPr>
        </p:nvSpPr>
        <p:spPr>
          <a:xfrm>
            <a:off x="5458732" y="3446050"/>
            <a:ext cx="2765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4" name="Google Shape;934;p29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35" name="Google Shape;935;p29"/>
          <p:cNvGrpSpPr/>
          <p:nvPr/>
        </p:nvGrpSpPr>
        <p:grpSpPr>
          <a:xfrm>
            <a:off x="250705" y="4079225"/>
            <a:ext cx="905526" cy="762646"/>
            <a:chOff x="7877838" y="227809"/>
            <a:chExt cx="800217" cy="673954"/>
          </a:xfrm>
        </p:grpSpPr>
        <p:grpSp>
          <p:nvGrpSpPr>
            <p:cNvPr id="936" name="Google Shape;936;p29"/>
            <p:cNvGrpSpPr/>
            <p:nvPr/>
          </p:nvGrpSpPr>
          <p:grpSpPr>
            <a:xfrm>
              <a:off x="7877838" y="531112"/>
              <a:ext cx="457313" cy="370651"/>
              <a:chOff x="955700" y="-622436"/>
              <a:chExt cx="457313" cy="370651"/>
            </a:xfrm>
          </p:grpSpPr>
          <p:sp>
            <p:nvSpPr>
              <p:cNvPr id="937" name="Google Shape;937;p29"/>
              <p:cNvSpPr/>
              <p:nvPr/>
            </p:nvSpPr>
            <p:spPr>
              <a:xfrm>
                <a:off x="1243274" y="-622436"/>
                <a:ext cx="149013" cy="74468"/>
              </a:xfrm>
              <a:custGeom>
                <a:avLst/>
                <a:gdLst/>
                <a:ahLst/>
                <a:cxnLst/>
                <a:rect l="l" t="t" r="r" b="b"/>
                <a:pathLst>
                  <a:path w="3874" h="1936" extrusionOk="0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8" name="Google Shape;938;p29"/>
              <p:cNvSpPr/>
              <p:nvPr/>
            </p:nvSpPr>
            <p:spPr>
              <a:xfrm>
                <a:off x="1053673" y="-620166"/>
                <a:ext cx="237021" cy="229444"/>
              </a:xfrm>
              <a:custGeom>
                <a:avLst/>
                <a:gdLst/>
                <a:ahLst/>
                <a:cxnLst/>
                <a:rect l="l" t="t" r="r" b="b"/>
                <a:pathLst>
                  <a:path w="6162" h="5965" extrusionOk="0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9" name="Google Shape;939;p29"/>
              <p:cNvSpPr/>
              <p:nvPr/>
            </p:nvSpPr>
            <p:spPr>
              <a:xfrm>
                <a:off x="1024670" y="-582315"/>
                <a:ext cx="388343" cy="330530"/>
              </a:xfrm>
              <a:custGeom>
                <a:avLst/>
                <a:gdLst/>
                <a:ahLst/>
                <a:cxnLst/>
                <a:rect l="l" t="t" r="r" b="b"/>
                <a:pathLst>
                  <a:path w="10096" h="8593" extrusionOk="0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0" name="Google Shape;940;p29"/>
              <p:cNvSpPr/>
              <p:nvPr/>
            </p:nvSpPr>
            <p:spPr>
              <a:xfrm>
                <a:off x="955700" y="-436298"/>
                <a:ext cx="164861" cy="180709"/>
              </a:xfrm>
              <a:custGeom>
                <a:avLst/>
                <a:gdLst/>
                <a:ahLst/>
                <a:cxnLst/>
                <a:rect l="l" t="t" r="r" b="b"/>
                <a:pathLst>
                  <a:path w="4286" h="4698" extrusionOk="0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1" name="Google Shape;941;p29"/>
            <p:cNvSpPr/>
            <p:nvPr/>
          </p:nvSpPr>
          <p:spPr>
            <a:xfrm>
              <a:off x="8559696" y="698402"/>
              <a:ext cx="118359" cy="114288"/>
            </a:xfrm>
            <a:custGeom>
              <a:avLst/>
              <a:gdLst/>
              <a:ahLst/>
              <a:cxnLst/>
              <a:rect l="l" t="t" r="r" b="b"/>
              <a:pathLst>
                <a:path w="4652" h="4492" extrusionOk="0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29"/>
            <p:cNvSpPr/>
            <p:nvPr/>
          </p:nvSpPr>
          <p:spPr>
            <a:xfrm>
              <a:off x="7926212" y="227809"/>
              <a:ext cx="144335" cy="144335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1_1"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30"/>
          <p:cNvSpPr txBox="1">
            <a:spLocks noGrp="1"/>
          </p:cNvSpPr>
          <p:nvPr>
            <p:ph type="title"/>
          </p:nvPr>
        </p:nvSpPr>
        <p:spPr>
          <a:xfrm>
            <a:off x="716619" y="1667388"/>
            <a:ext cx="2731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45" name="Google Shape;945;p30"/>
          <p:cNvSpPr txBox="1">
            <a:spLocks noGrp="1"/>
          </p:cNvSpPr>
          <p:nvPr>
            <p:ph type="title" idx="2"/>
          </p:nvPr>
        </p:nvSpPr>
        <p:spPr>
          <a:xfrm>
            <a:off x="5692287" y="1667388"/>
            <a:ext cx="2735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46" name="Google Shape;946;p30"/>
          <p:cNvSpPr txBox="1">
            <a:spLocks noGrp="1"/>
          </p:cNvSpPr>
          <p:nvPr>
            <p:ph type="subTitle" idx="1"/>
          </p:nvPr>
        </p:nvSpPr>
        <p:spPr>
          <a:xfrm>
            <a:off x="716613" y="1946700"/>
            <a:ext cx="2731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7" name="Google Shape;947;p30"/>
          <p:cNvSpPr txBox="1">
            <a:spLocks noGrp="1"/>
          </p:cNvSpPr>
          <p:nvPr>
            <p:ph type="subTitle" idx="3"/>
          </p:nvPr>
        </p:nvSpPr>
        <p:spPr>
          <a:xfrm>
            <a:off x="5692281" y="1946700"/>
            <a:ext cx="2735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8" name="Google Shape;948;p30"/>
          <p:cNvSpPr txBox="1">
            <a:spLocks noGrp="1"/>
          </p:cNvSpPr>
          <p:nvPr>
            <p:ph type="title" idx="4"/>
          </p:nvPr>
        </p:nvSpPr>
        <p:spPr>
          <a:xfrm>
            <a:off x="716619" y="3191888"/>
            <a:ext cx="2735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49" name="Google Shape;949;p30"/>
          <p:cNvSpPr txBox="1">
            <a:spLocks noGrp="1"/>
          </p:cNvSpPr>
          <p:nvPr>
            <p:ph type="title" idx="5"/>
          </p:nvPr>
        </p:nvSpPr>
        <p:spPr>
          <a:xfrm>
            <a:off x="5692287" y="3191888"/>
            <a:ext cx="2735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50" name="Google Shape;950;p30"/>
          <p:cNvSpPr txBox="1">
            <a:spLocks noGrp="1"/>
          </p:cNvSpPr>
          <p:nvPr>
            <p:ph type="subTitle" idx="6"/>
          </p:nvPr>
        </p:nvSpPr>
        <p:spPr>
          <a:xfrm>
            <a:off x="716613" y="3471200"/>
            <a:ext cx="2735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1" name="Google Shape;951;p30"/>
          <p:cNvSpPr txBox="1">
            <a:spLocks noGrp="1"/>
          </p:cNvSpPr>
          <p:nvPr>
            <p:ph type="subTitle" idx="7"/>
          </p:nvPr>
        </p:nvSpPr>
        <p:spPr>
          <a:xfrm>
            <a:off x="5692281" y="3471200"/>
            <a:ext cx="2735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2" name="Google Shape;952;p30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53" name="Google Shape;953;p30"/>
          <p:cNvGrpSpPr/>
          <p:nvPr/>
        </p:nvGrpSpPr>
        <p:grpSpPr>
          <a:xfrm>
            <a:off x="291371" y="4418675"/>
            <a:ext cx="1678628" cy="370650"/>
            <a:chOff x="7010771" y="697150"/>
            <a:chExt cx="1678628" cy="370650"/>
          </a:xfrm>
        </p:grpSpPr>
        <p:grpSp>
          <p:nvGrpSpPr>
            <p:cNvPr id="954" name="Google Shape;954;p30"/>
            <p:cNvGrpSpPr/>
            <p:nvPr/>
          </p:nvGrpSpPr>
          <p:grpSpPr>
            <a:xfrm>
              <a:off x="7873613" y="697150"/>
              <a:ext cx="457313" cy="370650"/>
              <a:chOff x="1298600" y="-919198"/>
              <a:chExt cx="457313" cy="370650"/>
            </a:xfrm>
          </p:grpSpPr>
          <p:sp>
            <p:nvSpPr>
              <p:cNvPr id="955" name="Google Shape;955;p30"/>
              <p:cNvSpPr/>
              <p:nvPr/>
            </p:nvSpPr>
            <p:spPr>
              <a:xfrm>
                <a:off x="1586174" y="-919198"/>
                <a:ext cx="149013" cy="74468"/>
              </a:xfrm>
              <a:custGeom>
                <a:avLst/>
                <a:gdLst/>
                <a:ahLst/>
                <a:cxnLst/>
                <a:rect l="l" t="t" r="r" b="b"/>
                <a:pathLst>
                  <a:path w="3874" h="1936" extrusionOk="0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" name="Google Shape;956;p30"/>
              <p:cNvSpPr/>
              <p:nvPr/>
            </p:nvSpPr>
            <p:spPr>
              <a:xfrm>
                <a:off x="1396573" y="-916929"/>
                <a:ext cx="237021" cy="229444"/>
              </a:xfrm>
              <a:custGeom>
                <a:avLst/>
                <a:gdLst/>
                <a:ahLst/>
                <a:cxnLst/>
                <a:rect l="l" t="t" r="r" b="b"/>
                <a:pathLst>
                  <a:path w="6162" h="5965" extrusionOk="0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7" name="Google Shape;957;p30"/>
              <p:cNvSpPr/>
              <p:nvPr/>
            </p:nvSpPr>
            <p:spPr>
              <a:xfrm>
                <a:off x="1367570" y="-879078"/>
                <a:ext cx="388343" cy="330530"/>
              </a:xfrm>
              <a:custGeom>
                <a:avLst/>
                <a:gdLst/>
                <a:ahLst/>
                <a:cxnLst/>
                <a:rect l="l" t="t" r="r" b="b"/>
                <a:pathLst>
                  <a:path w="10096" h="8593" extrusionOk="0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" name="Google Shape;958;p30"/>
              <p:cNvSpPr/>
              <p:nvPr/>
            </p:nvSpPr>
            <p:spPr>
              <a:xfrm>
                <a:off x="1298600" y="-733060"/>
                <a:ext cx="164861" cy="180709"/>
              </a:xfrm>
              <a:custGeom>
                <a:avLst/>
                <a:gdLst/>
                <a:ahLst/>
                <a:cxnLst/>
                <a:rect l="l" t="t" r="r" b="b"/>
                <a:pathLst>
                  <a:path w="4286" h="4698" extrusionOk="0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9" name="Google Shape;959;p30"/>
            <p:cNvSpPr/>
            <p:nvPr/>
          </p:nvSpPr>
          <p:spPr>
            <a:xfrm>
              <a:off x="7010771" y="858027"/>
              <a:ext cx="118359" cy="114288"/>
            </a:xfrm>
            <a:custGeom>
              <a:avLst/>
              <a:gdLst/>
              <a:ahLst/>
              <a:cxnLst/>
              <a:rect l="l" t="t" r="r" b="b"/>
              <a:pathLst>
                <a:path w="4652" h="4492" extrusionOk="0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30"/>
            <p:cNvSpPr/>
            <p:nvPr/>
          </p:nvSpPr>
          <p:spPr>
            <a:xfrm>
              <a:off x="7426687" y="843009"/>
              <a:ext cx="144335" cy="144335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30"/>
            <p:cNvSpPr/>
            <p:nvPr/>
          </p:nvSpPr>
          <p:spPr>
            <a:xfrm>
              <a:off x="8545064" y="842994"/>
              <a:ext cx="144335" cy="144361"/>
            </a:xfrm>
            <a:custGeom>
              <a:avLst/>
              <a:gdLst/>
              <a:ahLst/>
              <a:cxnLst/>
              <a:rect l="l" t="t" r="r" b="b"/>
              <a:pathLst>
                <a:path w="5673" h="5674" extrusionOk="0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5"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31"/>
          <p:cNvSpPr txBox="1">
            <a:spLocks noGrp="1"/>
          </p:cNvSpPr>
          <p:nvPr>
            <p:ph type="title"/>
          </p:nvPr>
        </p:nvSpPr>
        <p:spPr>
          <a:xfrm>
            <a:off x="720006" y="16959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4" name="Google Shape;964;p31"/>
          <p:cNvSpPr txBox="1">
            <a:spLocks noGrp="1"/>
          </p:cNvSpPr>
          <p:nvPr>
            <p:ph type="title" idx="2"/>
          </p:nvPr>
        </p:nvSpPr>
        <p:spPr>
          <a:xfrm>
            <a:off x="3440469" y="16959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5" name="Google Shape;965;p31"/>
          <p:cNvSpPr txBox="1">
            <a:spLocks noGrp="1"/>
          </p:cNvSpPr>
          <p:nvPr>
            <p:ph type="subTitle" idx="1"/>
          </p:nvPr>
        </p:nvSpPr>
        <p:spPr>
          <a:xfrm>
            <a:off x="720000" y="2034313"/>
            <a:ext cx="2263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6" name="Google Shape;966;p31"/>
          <p:cNvSpPr txBox="1">
            <a:spLocks noGrp="1"/>
          </p:cNvSpPr>
          <p:nvPr>
            <p:ph type="subTitle" idx="3"/>
          </p:nvPr>
        </p:nvSpPr>
        <p:spPr>
          <a:xfrm>
            <a:off x="3440464" y="2034313"/>
            <a:ext cx="2263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7" name="Google Shape;967;p31"/>
          <p:cNvSpPr txBox="1">
            <a:spLocks noGrp="1"/>
          </p:cNvSpPr>
          <p:nvPr>
            <p:ph type="title" idx="4"/>
          </p:nvPr>
        </p:nvSpPr>
        <p:spPr>
          <a:xfrm>
            <a:off x="720006" y="32204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8" name="Google Shape;968;p31"/>
          <p:cNvSpPr txBox="1">
            <a:spLocks noGrp="1"/>
          </p:cNvSpPr>
          <p:nvPr>
            <p:ph type="title" idx="5"/>
          </p:nvPr>
        </p:nvSpPr>
        <p:spPr>
          <a:xfrm>
            <a:off x="3440469" y="32204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9" name="Google Shape;969;p31"/>
          <p:cNvSpPr txBox="1">
            <a:spLocks noGrp="1"/>
          </p:cNvSpPr>
          <p:nvPr>
            <p:ph type="subTitle" idx="6"/>
          </p:nvPr>
        </p:nvSpPr>
        <p:spPr>
          <a:xfrm>
            <a:off x="720000" y="3566450"/>
            <a:ext cx="2263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0" name="Google Shape;970;p31"/>
          <p:cNvSpPr txBox="1">
            <a:spLocks noGrp="1"/>
          </p:cNvSpPr>
          <p:nvPr>
            <p:ph type="subTitle" idx="7"/>
          </p:nvPr>
        </p:nvSpPr>
        <p:spPr>
          <a:xfrm>
            <a:off x="3440466" y="3566450"/>
            <a:ext cx="2263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1" name="Google Shape;971;p31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72" name="Google Shape;972;p31"/>
          <p:cNvSpPr txBox="1">
            <a:spLocks noGrp="1"/>
          </p:cNvSpPr>
          <p:nvPr>
            <p:ph type="title" idx="9"/>
          </p:nvPr>
        </p:nvSpPr>
        <p:spPr>
          <a:xfrm>
            <a:off x="6160938" y="16959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73" name="Google Shape;973;p31"/>
          <p:cNvSpPr txBox="1">
            <a:spLocks noGrp="1"/>
          </p:cNvSpPr>
          <p:nvPr>
            <p:ph type="subTitle" idx="13"/>
          </p:nvPr>
        </p:nvSpPr>
        <p:spPr>
          <a:xfrm>
            <a:off x="6160932" y="2034313"/>
            <a:ext cx="2263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4" name="Google Shape;974;p31"/>
          <p:cNvSpPr txBox="1">
            <a:spLocks noGrp="1"/>
          </p:cNvSpPr>
          <p:nvPr>
            <p:ph type="title" idx="14"/>
          </p:nvPr>
        </p:nvSpPr>
        <p:spPr>
          <a:xfrm>
            <a:off x="6160938" y="32204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75" name="Google Shape;975;p31"/>
          <p:cNvSpPr txBox="1">
            <a:spLocks noGrp="1"/>
          </p:cNvSpPr>
          <p:nvPr>
            <p:ph type="subTitle" idx="15"/>
          </p:nvPr>
        </p:nvSpPr>
        <p:spPr>
          <a:xfrm>
            <a:off x="6160932" y="3566450"/>
            <a:ext cx="2263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76" name="Google Shape;976;p31"/>
          <p:cNvGrpSpPr/>
          <p:nvPr/>
        </p:nvGrpSpPr>
        <p:grpSpPr>
          <a:xfrm>
            <a:off x="713221" y="4527800"/>
            <a:ext cx="1678628" cy="370650"/>
            <a:chOff x="7010771" y="697150"/>
            <a:chExt cx="1678628" cy="370650"/>
          </a:xfrm>
        </p:grpSpPr>
        <p:grpSp>
          <p:nvGrpSpPr>
            <p:cNvPr id="977" name="Google Shape;977;p31"/>
            <p:cNvGrpSpPr/>
            <p:nvPr/>
          </p:nvGrpSpPr>
          <p:grpSpPr>
            <a:xfrm>
              <a:off x="7873613" y="697150"/>
              <a:ext cx="457313" cy="370650"/>
              <a:chOff x="1298600" y="-919198"/>
              <a:chExt cx="457313" cy="370650"/>
            </a:xfrm>
          </p:grpSpPr>
          <p:sp>
            <p:nvSpPr>
              <p:cNvPr id="978" name="Google Shape;978;p31"/>
              <p:cNvSpPr/>
              <p:nvPr/>
            </p:nvSpPr>
            <p:spPr>
              <a:xfrm>
                <a:off x="1586174" y="-919198"/>
                <a:ext cx="149013" cy="74468"/>
              </a:xfrm>
              <a:custGeom>
                <a:avLst/>
                <a:gdLst/>
                <a:ahLst/>
                <a:cxnLst/>
                <a:rect l="l" t="t" r="r" b="b"/>
                <a:pathLst>
                  <a:path w="3874" h="1936" extrusionOk="0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9" name="Google Shape;979;p31"/>
              <p:cNvSpPr/>
              <p:nvPr/>
            </p:nvSpPr>
            <p:spPr>
              <a:xfrm>
                <a:off x="1396573" y="-916929"/>
                <a:ext cx="237021" cy="229444"/>
              </a:xfrm>
              <a:custGeom>
                <a:avLst/>
                <a:gdLst/>
                <a:ahLst/>
                <a:cxnLst/>
                <a:rect l="l" t="t" r="r" b="b"/>
                <a:pathLst>
                  <a:path w="6162" h="5965" extrusionOk="0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0" name="Google Shape;980;p31"/>
              <p:cNvSpPr/>
              <p:nvPr/>
            </p:nvSpPr>
            <p:spPr>
              <a:xfrm>
                <a:off x="1367570" y="-879078"/>
                <a:ext cx="388343" cy="330530"/>
              </a:xfrm>
              <a:custGeom>
                <a:avLst/>
                <a:gdLst/>
                <a:ahLst/>
                <a:cxnLst/>
                <a:rect l="l" t="t" r="r" b="b"/>
                <a:pathLst>
                  <a:path w="10096" h="8593" extrusionOk="0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1" name="Google Shape;981;p31"/>
              <p:cNvSpPr/>
              <p:nvPr/>
            </p:nvSpPr>
            <p:spPr>
              <a:xfrm>
                <a:off x="1298600" y="-733060"/>
                <a:ext cx="164861" cy="180709"/>
              </a:xfrm>
              <a:custGeom>
                <a:avLst/>
                <a:gdLst/>
                <a:ahLst/>
                <a:cxnLst/>
                <a:rect l="l" t="t" r="r" b="b"/>
                <a:pathLst>
                  <a:path w="4286" h="4698" extrusionOk="0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2" name="Google Shape;982;p31"/>
            <p:cNvSpPr/>
            <p:nvPr/>
          </p:nvSpPr>
          <p:spPr>
            <a:xfrm>
              <a:off x="7010771" y="858027"/>
              <a:ext cx="118359" cy="114288"/>
            </a:xfrm>
            <a:custGeom>
              <a:avLst/>
              <a:gdLst/>
              <a:ahLst/>
              <a:cxnLst/>
              <a:rect l="l" t="t" r="r" b="b"/>
              <a:pathLst>
                <a:path w="4652" h="4492" extrusionOk="0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31"/>
            <p:cNvSpPr/>
            <p:nvPr/>
          </p:nvSpPr>
          <p:spPr>
            <a:xfrm>
              <a:off x="7426687" y="843009"/>
              <a:ext cx="144335" cy="144335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31"/>
            <p:cNvSpPr/>
            <p:nvPr/>
          </p:nvSpPr>
          <p:spPr>
            <a:xfrm>
              <a:off x="8545064" y="842994"/>
              <a:ext cx="144335" cy="144361"/>
            </a:xfrm>
            <a:custGeom>
              <a:avLst/>
              <a:gdLst/>
              <a:ahLst/>
              <a:cxnLst/>
              <a:rect l="l" t="t" r="r" b="b"/>
              <a:pathLst>
                <a:path w="5673" h="5674" extrusionOk="0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n columns">
  <p:cSld name="CUSTOM_9"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32"/>
          <p:cNvSpPr txBox="1">
            <a:spLocks noGrp="1"/>
          </p:cNvSpPr>
          <p:nvPr>
            <p:ph type="subTitle" idx="1"/>
          </p:nvPr>
        </p:nvSpPr>
        <p:spPr>
          <a:xfrm>
            <a:off x="1404069" y="2218963"/>
            <a:ext cx="3060900" cy="47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7" name="Google Shape;987;p32"/>
          <p:cNvSpPr txBox="1">
            <a:spLocks noGrp="1"/>
          </p:cNvSpPr>
          <p:nvPr>
            <p:ph type="subTitle" idx="2"/>
          </p:nvPr>
        </p:nvSpPr>
        <p:spPr>
          <a:xfrm>
            <a:off x="1404044" y="2818850"/>
            <a:ext cx="3060900" cy="47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8" name="Google Shape;988;p32"/>
          <p:cNvSpPr txBox="1">
            <a:spLocks noGrp="1"/>
          </p:cNvSpPr>
          <p:nvPr>
            <p:ph type="subTitle" idx="3"/>
          </p:nvPr>
        </p:nvSpPr>
        <p:spPr>
          <a:xfrm>
            <a:off x="1404069" y="3418738"/>
            <a:ext cx="3060900" cy="47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9" name="Google Shape;989;p32"/>
          <p:cNvSpPr txBox="1">
            <a:spLocks noGrp="1"/>
          </p:cNvSpPr>
          <p:nvPr>
            <p:ph type="subTitle" idx="4"/>
          </p:nvPr>
        </p:nvSpPr>
        <p:spPr>
          <a:xfrm>
            <a:off x="1404044" y="4018625"/>
            <a:ext cx="3060900" cy="47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0" name="Google Shape;990;p32"/>
          <p:cNvSpPr txBox="1">
            <a:spLocks noGrp="1"/>
          </p:cNvSpPr>
          <p:nvPr>
            <p:ph type="title"/>
          </p:nvPr>
        </p:nvSpPr>
        <p:spPr>
          <a:xfrm>
            <a:off x="720000" y="448056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91" name="Google Shape;991;p32"/>
          <p:cNvSpPr txBox="1">
            <a:spLocks noGrp="1"/>
          </p:cNvSpPr>
          <p:nvPr>
            <p:ph type="subTitle" idx="5"/>
          </p:nvPr>
        </p:nvSpPr>
        <p:spPr>
          <a:xfrm>
            <a:off x="1404069" y="1619075"/>
            <a:ext cx="3060900" cy="47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2" name="Google Shape;992;p32"/>
          <p:cNvSpPr txBox="1">
            <a:spLocks noGrp="1"/>
          </p:cNvSpPr>
          <p:nvPr>
            <p:ph type="subTitle" idx="6"/>
          </p:nvPr>
        </p:nvSpPr>
        <p:spPr>
          <a:xfrm>
            <a:off x="5366494" y="2218963"/>
            <a:ext cx="3060900" cy="47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3" name="Google Shape;993;p32"/>
          <p:cNvSpPr txBox="1">
            <a:spLocks noGrp="1"/>
          </p:cNvSpPr>
          <p:nvPr>
            <p:ph type="subTitle" idx="7"/>
          </p:nvPr>
        </p:nvSpPr>
        <p:spPr>
          <a:xfrm>
            <a:off x="5366469" y="2818850"/>
            <a:ext cx="3060900" cy="47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4" name="Google Shape;994;p32"/>
          <p:cNvSpPr txBox="1">
            <a:spLocks noGrp="1"/>
          </p:cNvSpPr>
          <p:nvPr>
            <p:ph type="subTitle" idx="8"/>
          </p:nvPr>
        </p:nvSpPr>
        <p:spPr>
          <a:xfrm>
            <a:off x="5366494" y="3418738"/>
            <a:ext cx="3060900" cy="47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5" name="Google Shape;995;p32"/>
          <p:cNvSpPr txBox="1">
            <a:spLocks noGrp="1"/>
          </p:cNvSpPr>
          <p:nvPr>
            <p:ph type="subTitle" idx="9"/>
          </p:nvPr>
        </p:nvSpPr>
        <p:spPr>
          <a:xfrm>
            <a:off x="5366469" y="4018625"/>
            <a:ext cx="3060900" cy="47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6" name="Google Shape;996;p32"/>
          <p:cNvSpPr txBox="1">
            <a:spLocks noGrp="1"/>
          </p:cNvSpPr>
          <p:nvPr>
            <p:ph type="subTitle" idx="13"/>
          </p:nvPr>
        </p:nvSpPr>
        <p:spPr>
          <a:xfrm>
            <a:off x="5366494" y="1619075"/>
            <a:ext cx="3060900" cy="47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7" name="Google Shape;997;p32"/>
          <p:cNvSpPr txBox="1">
            <a:spLocks noGrp="1"/>
          </p:cNvSpPr>
          <p:nvPr>
            <p:ph type="title" idx="14"/>
          </p:nvPr>
        </p:nvSpPr>
        <p:spPr>
          <a:xfrm>
            <a:off x="716606" y="1619075"/>
            <a:ext cx="499500" cy="4740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998" name="Google Shape;998;p32"/>
          <p:cNvSpPr txBox="1">
            <a:spLocks noGrp="1"/>
          </p:cNvSpPr>
          <p:nvPr>
            <p:ph type="title" idx="15"/>
          </p:nvPr>
        </p:nvSpPr>
        <p:spPr>
          <a:xfrm>
            <a:off x="716606" y="2218963"/>
            <a:ext cx="499500" cy="4740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999" name="Google Shape;999;p32"/>
          <p:cNvSpPr txBox="1">
            <a:spLocks noGrp="1"/>
          </p:cNvSpPr>
          <p:nvPr>
            <p:ph type="title" idx="16"/>
          </p:nvPr>
        </p:nvSpPr>
        <p:spPr>
          <a:xfrm>
            <a:off x="716606" y="2818850"/>
            <a:ext cx="499500" cy="4740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000" name="Google Shape;1000;p32"/>
          <p:cNvSpPr txBox="1">
            <a:spLocks noGrp="1"/>
          </p:cNvSpPr>
          <p:nvPr>
            <p:ph type="title" idx="17"/>
          </p:nvPr>
        </p:nvSpPr>
        <p:spPr>
          <a:xfrm>
            <a:off x="716606" y="3418738"/>
            <a:ext cx="499500" cy="4740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001" name="Google Shape;1001;p32"/>
          <p:cNvSpPr txBox="1">
            <a:spLocks noGrp="1"/>
          </p:cNvSpPr>
          <p:nvPr>
            <p:ph type="title" idx="18"/>
          </p:nvPr>
        </p:nvSpPr>
        <p:spPr>
          <a:xfrm>
            <a:off x="716606" y="4018625"/>
            <a:ext cx="499500" cy="4740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002" name="Google Shape;1002;p32"/>
          <p:cNvSpPr txBox="1">
            <a:spLocks noGrp="1"/>
          </p:cNvSpPr>
          <p:nvPr>
            <p:ph type="title" idx="19"/>
          </p:nvPr>
        </p:nvSpPr>
        <p:spPr>
          <a:xfrm>
            <a:off x="4678731" y="1619075"/>
            <a:ext cx="499500" cy="4740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003" name="Google Shape;1003;p32"/>
          <p:cNvSpPr txBox="1">
            <a:spLocks noGrp="1"/>
          </p:cNvSpPr>
          <p:nvPr>
            <p:ph type="title" idx="20"/>
          </p:nvPr>
        </p:nvSpPr>
        <p:spPr>
          <a:xfrm>
            <a:off x="4678731" y="2218963"/>
            <a:ext cx="499500" cy="4740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004" name="Google Shape;1004;p32"/>
          <p:cNvSpPr txBox="1">
            <a:spLocks noGrp="1"/>
          </p:cNvSpPr>
          <p:nvPr>
            <p:ph type="title" idx="21"/>
          </p:nvPr>
        </p:nvSpPr>
        <p:spPr>
          <a:xfrm>
            <a:off x="4678731" y="2818850"/>
            <a:ext cx="499500" cy="4740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005" name="Google Shape;1005;p32"/>
          <p:cNvSpPr txBox="1">
            <a:spLocks noGrp="1"/>
          </p:cNvSpPr>
          <p:nvPr>
            <p:ph type="title" idx="22"/>
          </p:nvPr>
        </p:nvSpPr>
        <p:spPr>
          <a:xfrm>
            <a:off x="4678731" y="3418738"/>
            <a:ext cx="499500" cy="4740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006" name="Google Shape;1006;p32"/>
          <p:cNvSpPr txBox="1">
            <a:spLocks noGrp="1"/>
          </p:cNvSpPr>
          <p:nvPr>
            <p:ph type="title" idx="23"/>
          </p:nvPr>
        </p:nvSpPr>
        <p:spPr>
          <a:xfrm>
            <a:off x="4678731" y="4018625"/>
            <a:ext cx="499500" cy="4740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6"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33"/>
          <p:cNvSpPr txBox="1">
            <a:spLocks noGrp="1"/>
          </p:cNvSpPr>
          <p:nvPr>
            <p:ph type="title"/>
          </p:nvPr>
        </p:nvSpPr>
        <p:spPr>
          <a:xfrm>
            <a:off x="720000" y="1104750"/>
            <a:ext cx="2966100" cy="19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09" name="Google Shape;1009;p33"/>
          <p:cNvSpPr txBox="1">
            <a:spLocks noGrp="1"/>
          </p:cNvSpPr>
          <p:nvPr>
            <p:ph type="subTitle" idx="1"/>
          </p:nvPr>
        </p:nvSpPr>
        <p:spPr>
          <a:xfrm>
            <a:off x="720000" y="3062325"/>
            <a:ext cx="2966100" cy="9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0" name="Google Shape;1010;p33"/>
          <p:cNvSpPr>
            <a:spLocks noGrp="1"/>
          </p:cNvSpPr>
          <p:nvPr>
            <p:ph type="pic" idx="2"/>
          </p:nvPr>
        </p:nvSpPr>
        <p:spPr>
          <a:xfrm>
            <a:off x="4969347" y="0"/>
            <a:ext cx="4174800" cy="514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011" name="Google Shape;1011;p33"/>
          <p:cNvGrpSpPr/>
          <p:nvPr/>
        </p:nvGrpSpPr>
        <p:grpSpPr>
          <a:xfrm>
            <a:off x="713221" y="204325"/>
            <a:ext cx="1707203" cy="370650"/>
            <a:chOff x="6982196" y="697150"/>
            <a:chExt cx="1707203" cy="370650"/>
          </a:xfrm>
        </p:grpSpPr>
        <p:grpSp>
          <p:nvGrpSpPr>
            <p:cNvPr id="1012" name="Google Shape;1012;p33"/>
            <p:cNvGrpSpPr/>
            <p:nvPr/>
          </p:nvGrpSpPr>
          <p:grpSpPr>
            <a:xfrm>
              <a:off x="7873613" y="697150"/>
              <a:ext cx="457313" cy="370650"/>
              <a:chOff x="1298600" y="-919198"/>
              <a:chExt cx="457313" cy="370650"/>
            </a:xfrm>
          </p:grpSpPr>
          <p:sp>
            <p:nvSpPr>
              <p:cNvPr id="1013" name="Google Shape;1013;p33"/>
              <p:cNvSpPr/>
              <p:nvPr/>
            </p:nvSpPr>
            <p:spPr>
              <a:xfrm>
                <a:off x="1586174" y="-919198"/>
                <a:ext cx="149013" cy="74468"/>
              </a:xfrm>
              <a:custGeom>
                <a:avLst/>
                <a:gdLst/>
                <a:ahLst/>
                <a:cxnLst/>
                <a:rect l="l" t="t" r="r" b="b"/>
                <a:pathLst>
                  <a:path w="3874" h="1936" extrusionOk="0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4" name="Google Shape;1014;p33"/>
              <p:cNvSpPr/>
              <p:nvPr/>
            </p:nvSpPr>
            <p:spPr>
              <a:xfrm>
                <a:off x="1396573" y="-916929"/>
                <a:ext cx="237021" cy="229444"/>
              </a:xfrm>
              <a:custGeom>
                <a:avLst/>
                <a:gdLst/>
                <a:ahLst/>
                <a:cxnLst/>
                <a:rect l="l" t="t" r="r" b="b"/>
                <a:pathLst>
                  <a:path w="6162" h="5965" extrusionOk="0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5" name="Google Shape;1015;p33"/>
              <p:cNvSpPr/>
              <p:nvPr/>
            </p:nvSpPr>
            <p:spPr>
              <a:xfrm>
                <a:off x="1367570" y="-879078"/>
                <a:ext cx="388343" cy="330530"/>
              </a:xfrm>
              <a:custGeom>
                <a:avLst/>
                <a:gdLst/>
                <a:ahLst/>
                <a:cxnLst/>
                <a:rect l="l" t="t" r="r" b="b"/>
                <a:pathLst>
                  <a:path w="10096" h="8593" extrusionOk="0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6" name="Google Shape;1016;p33"/>
              <p:cNvSpPr/>
              <p:nvPr/>
            </p:nvSpPr>
            <p:spPr>
              <a:xfrm>
                <a:off x="1298600" y="-733060"/>
                <a:ext cx="164861" cy="180709"/>
              </a:xfrm>
              <a:custGeom>
                <a:avLst/>
                <a:gdLst/>
                <a:ahLst/>
                <a:cxnLst/>
                <a:rect l="l" t="t" r="r" b="b"/>
                <a:pathLst>
                  <a:path w="4286" h="4698" extrusionOk="0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17" name="Google Shape;1017;p33"/>
            <p:cNvSpPr/>
            <p:nvPr/>
          </p:nvSpPr>
          <p:spPr>
            <a:xfrm>
              <a:off x="6982196" y="877077"/>
              <a:ext cx="118359" cy="114288"/>
            </a:xfrm>
            <a:custGeom>
              <a:avLst/>
              <a:gdLst/>
              <a:ahLst/>
              <a:cxnLst/>
              <a:rect l="l" t="t" r="r" b="b"/>
              <a:pathLst>
                <a:path w="4652" h="4492" extrusionOk="0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33"/>
            <p:cNvSpPr/>
            <p:nvPr/>
          </p:nvSpPr>
          <p:spPr>
            <a:xfrm>
              <a:off x="7398112" y="862059"/>
              <a:ext cx="144335" cy="144335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33"/>
            <p:cNvSpPr/>
            <p:nvPr/>
          </p:nvSpPr>
          <p:spPr>
            <a:xfrm>
              <a:off x="8545064" y="842994"/>
              <a:ext cx="144335" cy="144361"/>
            </a:xfrm>
            <a:custGeom>
              <a:avLst/>
              <a:gdLst/>
              <a:ahLst/>
              <a:cxnLst/>
              <a:rect l="l" t="t" r="r" b="b"/>
              <a:pathLst>
                <a:path w="5673" h="5674" extrusionOk="0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 1">
  <p:cSld name="CUSTOM_6_1"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34"/>
          <p:cNvSpPr txBox="1">
            <a:spLocks noGrp="1"/>
          </p:cNvSpPr>
          <p:nvPr>
            <p:ph type="subTitle" idx="1"/>
          </p:nvPr>
        </p:nvSpPr>
        <p:spPr>
          <a:xfrm>
            <a:off x="720000" y="2779372"/>
            <a:ext cx="2261400" cy="10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2" name="Google Shape;1022;p34"/>
          <p:cNvSpPr txBox="1">
            <a:spLocks noGrp="1"/>
          </p:cNvSpPr>
          <p:nvPr>
            <p:ph type="title"/>
          </p:nvPr>
        </p:nvSpPr>
        <p:spPr>
          <a:xfrm>
            <a:off x="720000" y="1291928"/>
            <a:ext cx="2261400" cy="14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 2">
  <p:cSld name="CUSTOM_6_1_1"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25" name="Google Shape;1025;p35"/>
          <p:cNvSpPr txBox="1">
            <a:spLocks noGrp="1"/>
          </p:cNvSpPr>
          <p:nvPr>
            <p:ph type="body" idx="1"/>
          </p:nvPr>
        </p:nvSpPr>
        <p:spPr>
          <a:xfrm>
            <a:off x="720000" y="1294350"/>
            <a:ext cx="44616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279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marL="1371600" lvl="2" indent="-279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marL="1828800" lvl="3" indent="-279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marL="3200400" lvl="6" indent="-2730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marL="3657600" lvl="7" indent="-2730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marL="4114800" lvl="8" indent="-266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_1"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10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2"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37"/>
          <p:cNvSpPr txBox="1">
            <a:spLocks noGrp="1"/>
          </p:cNvSpPr>
          <p:nvPr>
            <p:ph type="title"/>
          </p:nvPr>
        </p:nvSpPr>
        <p:spPr>
          <a:xfrm>
            <a:off x="2090100" y="2436775"/>
            <a:ext cx="3978300" cy="14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30" name="Google Shape;1030;p37"/>
          <p:cNvSpPr txBox="1">
            <a:spLocks noGrp="1"/>
          </p:cNvSpPr>
          <p:nvPr>
            <p:ph type="title" idx="2"/>
          </p:nvPr>
        </p:nvSpPr>
        <p:spPr>
          <a:xfrm>
            <a:off x="713225" y="2436775"/>
            <a:ext cx="1252800" cy="21672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endParaRPr/>
          </a:p>
        </p:txBody>
      </p:sp>
      <p:sp>
        <p:nvSpPr>
          <p:cNvPr id="1031" name="Google Shape;1031;p37"/>
          <p:cNvSpPr txBox="1">
            <a:spLocks noGrp="1"/>
          </p:cNvSpPr>
          <p:nvPr>
            <p:ph type="subTitle" idx="1"/>
          </p:nvPr>
        </p:nvSpPr>
        <p:spPr>
          <a:xfrm>
            <a:off x="2090100" y="4251775"/>
            <a:ext cx="3978300" cy="3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12_1"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38"/>
          <p:cNvSpPr txBox="1">
            <a:spLocks noGrp="1"/>
          </p:cNvSpPr>
          <p:nvPr>
            <p:ph type="title"/>
          </p:nvPr>
        </p:nvSpPr>
        <p:spPr>
          <a:xfrm>
            <a:off x="713225" y="2698200"/>
            <a:ext cx="4373100" cy="1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34" name="Google Shape;1034;p38"/>
          <p:cNvSpPr txBox="1">
            <a:spLocks noGrp="1"/>
          </p:cNvSpPr>
          <p:nvPr>
            <p:ph type="title" idx="2"/>
          </p:nvPr>
        </p:nvSpPr>
        <p:spPr>
          <a:xfrm>
            <a:off x="713225" y="539488"/>
            <a:ext cx="1248900" cy="20757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endParaRPr/>
          </a:p>
        </p:txBody>
      </p:sp>
      <p:sp>
        <p:nvSpPr>
          <p:cNvPr id="1035" name="Google Shape;1035;p38"/>
          <p:cNvSpPr txBox="1">
            <a:spLocks noGrp="1"/>
          </p:cNvSpPr>
          <p:nvPr>
            <p:ph type="subTitle" idx="1"/>
          </p:nvPr>
        </p:nvSpPr>
        <p:spPr>
          <a:xfrm>
            <a:off x="713225" y="4201100"/>
            <a:ext cx="4373100" cy="4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12_1_1"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39"/>
          <p:cNvSpPr txBox="1">
            <a:spLocks noGrp="1"/>
          </p:cNvSpPr>
          <p:nvPr>
            <p:ph type="title"/>
          </p:nvPr>
        </p:nvSpPr>
        <p:spPr>
          <a:xfrm>
            <a:off x="3819525" y="2694650"/>
            <a:ext cx="4611300" cy="14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38" name="Google Shape;1038;p39"/>
          <p:cNvSpPr txBox="1">
            <a:spLocks noGrp="1"/>
          </p:cNvSpPr>
          <p:nvPr>
            <p:ph type="title" idx="2"/>
          </p:nvPr>
        </p:nvSpPr>
        <p:spPr>
          <a:xfrm>
            <a:off x="7181875" y="539500"/>
            <a:ext cx="1248900" cy="20757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endParaRPr/>
          </a:p>
        </p:txBody>
      </p:sp>
      <p:sp>
        <p:nvSpPr>
          <p:cNvPr id="1039" name="Google Shape;1039;p39"/>
          <p:cNvSpPr txBox="1">
            <a:spLocks noGrp="1"/>
          </p:cNvSpPr>
          <p:nvPr>
            <p:ph type="subTitle" idx="1"/>
          </p:nvPr>
        </p:nvSpPr>
        <p:spPr>
          <a:xfrm>
            <a:off x="4603075" y="4253975"/>
            <a:ext cx="38277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1" name="Google Shape;1041;p40"/>
          <p:cNvGrpSpPr/>
          <p:nvPr/>
        </p:nvGrpSpPr>
        <p:grpSpPr>
          <a:xfrm>
            <a:off x="143863" y="4543946"/>
            <a:ext cx="801896" cy="515004"/>
            <a:chOff x="1229388" y="669059"/>
            <a:chExt cx="801896" cy="515004"/>
          </a:xfrm>
        </p:grpSpPr>
        <p:grpSp>
          <p:nvGrpSpPr>
            <p:cNvPr id="1042" name="Google Shape;1042;p40"/>
            <p:cNvGrpSpPr/>
            <p:nvPr/>
          </p:nvGrpSpPr>
          <p:grpSpPr>
            <a:xfrm>
              <a:off x="1229388" y="813412"/>
              <a:ext cx="457313" cy="370651"/>
              <a:chOff x="955700" y="-622436"/>
              <a:chExt cx="457313" cy="370651"/>
            </a:xfrm>
          </p:grpSpPr>
          <p:sp>
            <p:nvSpPr>
              <p:cNvPr id="1043" name="Google Shape;1043;p40"/>
              <p:cNvSpPr/>
              <p:nvPr/>
            </p:nvSpPr>
            <p:spPr>
              <a:xfrm>
                <a:off x="1243274" y="-622436"/>
                <a:ext cx="149013" cy="74468"/>
              </a:xfrm>
              <a:custGeom>
                <a:avLst/>
                <a:gdLst/>
                <a:ahLst/>
                <a:cxnLst/>
                <a:rect l="l" t="t" r="r" b="b"/>
                <a:pathLst>
                  <a:path w="3874" h="1936" extrusionOk="0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4" name="Google Shape;1044;p40"/>
              <p:cNvSpPr/>
              <p:nvPr/>
            </p:nvSpPr>
            <p:spPr>
              <a:xfrm>
                <a:off x="1053673" y="-620166"/>
                <a:ext cx="237021" cy="229444"/>
              </a:xfrm>
              <a:custGeom>
                <a:avLst/>
                <a:gdLst/>
                <a:ahLst/>
                <a:cxnLst/>
                <a:rect l="l" t="t" r="r" b="b"/>
                <a:pathLst>
                  <a:path w="6162" h="5965" extrusionOk="0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5" name="Google Shape;1045;p40"/>
              <p:cNvSpPr/>
              <p:nvPr/>
            </p:nvSpPr>
            <p:spPr>
              <a:xfrm>
                <a:off x="1024670" y="-582315"/>
                <a:ext cx="388343" cy="330530"/>
              </a:xfrm>
              <a:custGeom>
                <a:avLst/>
                <a:gdLst/>
                <a:ahLst/>
                <a:cxnLst/>
                <a:rect l="l" t="t" r="r" b="b"/>
                <a:pathLst>
                  <a:path w="10096" h="8593" extrusionOk="0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6" name="Google Shape;1046;p40"/>
              <p:cNvSpPr/>
              <p:nvPr/>
            </p:nvSpPr>
            <p:spPr>
              <a:xfrm>
                <a:off x="955700" y="-436298"/>
                <a:ext cx="164861" cy="180709"/>
              </a:xfrm>
              <a:custGeom>
                <a:avLst/>
                <a:gdLst/>
                <a:ahLst/>
                <a:cxnLst/>
                <a:rect l="l" t="t" r="r" b="b"/>
                <a:pathLst>
                  <a:path w="4286" h="4698" extrusionOk="0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47" name="Google Shape;1047;p40"/>
            <p:cNvSpPr/>
            <p:nvPr/>
          </p:nvSpPr>
          <p:spPr>
            <a:xfrm>
              <a:off x="1886949" y="669059"/>
              <a:ext cx="144335" cy="144335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8" name="Google Shape;1048;p40"/>
          <p:cNvGrpSpPr/>
          <p:nvPr/>
        </p:nvGrpSpPr>
        <p:grpSpPr>
          <a:xfrm>
            <a:off x="8125142" y="57869"/>
            <a:ext cx="962076" cy="851246"/>
            <a:chOff x="7647704" y="539494"/>
            <a:chExt cx="962076" cy="851246"/>
          </a:xfrm>
        </p:grpSpPr>
        <p:grpSp>
          <p:nvGrpSpPr>
            <p:cNvPr id="1049" name="Google Shape;1049;p40"/>
            <p:cNvGrpSpPr/>
            <p:nvPr/>
          </p:nvGrpSpPr>
          <p:grpSpPr>
            <a:xfrm>
              <a:off x="7890242" y="827362"/>
              <a:ext cx="601191" cy="368434"/>
              <a:chOff x="-4112725" y="1691025"/>
              <a:chExt cx="2381898" cy="1459722"/>
            </a:xfrm>
          </p:grpSpPr>
          <p:sp>
            <p:nvSpPr>
              <p:cNvPr id="1050" name="Google Shape;1050;p40"/>
              <p:cNvSpPr/>
              <p:nvPr/>
            </p:nvSpPr>
            <p:spPr>
              <a:xfrm>
                <a:off x="-4111422" y="1691025"/>
                <a:ext cx="2380592" cy="1377403"/>
              </a:xfrm>
              <a:custGeom>
                <a:avLst/>
                <a:gdLst/>
                <a:ahLst/>
                <a:cxnLst/>
                <a:rect l="l" t="t" r="r" b="b"/>
                <a:pathLst>
                  <a:path w="10961" h="6342" extrusionOk="0">
                    <a:moveTo>
                      <a:pt x="3623" y="0"/>
                    </a:moveTo>
                    <a:lnTo>
                      <a:pt x="1" y="2104"/>
                    </a:lnTo>
                    <a:lnTo>
                      <a:pt x="7338" y="6341"/>
                    </a:lnTo>
                    <a:lnTo>
                      <a:pt x="10960" y="4236"/>
                    </a:lnTo>
                    <a:lnTo>
                      <a:pt x="362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1" name="Google Shape;1051;p40"/>
              <p:cNvSpPr/>
              <p:nvPr/>
            </p:nvSpPr>
            <p:spPr>
              <a:xfrm>
                <a:off x="-2518783" y="2611036"/>
                <a:ext cx="787956" cy="539711"/>
              </a:xfrm>
              <a:custGeom>
                <a:avLst/>
                <a:gdLst/>
                <a:ahLst/>
                <a:cxnLst/>
                <a:rect l="l" t="t" r="r" b="b"/>
                <a:pathLst>
                  <a:path w="3628" h="2485" extrusionOk="0">
                    <a:moveTo>
                      <a:pt x="3627" y="0"/>
                    </a:moveTo>
                    <a:lnTo>
                      <a:pt x="5" y="2105"/>
                    </a:lnTo>
                    <a:lnTo>
                      <a:pt x="0" y="2484"/>
                    </a:lnTo>
                    <a:lnTo>
                      <a:pt x="3622" y="380"/>
                    </a:lnTo>
                    <a:lnTo>
                      <a:pt x="362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2" name="Google Shape;1052;p40"/>
              <p:cNvSpPr/>
              <p:nvPr/>
            </p:nvSpPr>
            <p:spPr>
              <a:xfrm>
                <a:off x="-4112725" y="2147990"/>
                <a:ext cx="1595025" cy="1002755"/>
              </a:xfrm>
              <a:custGeom>
                <a:avLst/>
                <a:gdLst/>
                <a:ahLst/>
                <a:cxnLst/>
                <a:rect l="l" t="t" r="r" b="b"/>
                <a:pathLst>
                  <a:path w="7344" h="4617" extrusionOk="0">
                    <a:moveTo>
                      <a:pt x="7" y="0"/>
                    </a:moveTo>
                    <a:lnTo>
                      <a:pt x="1" y="381"/>
                    </a:lnTo>
                    <a:lnTo>
                      <a:pt x="7339" y="4616"/>
                    </a:lnTo>
                    <a:lnTo>
                      <a:pt x="7344" y="423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" name="Google Shape;1053;p40"/>
              <p:cNvSpPr/>
              <p:nvPr/>
            </p:nvSpPr>
            <p:spPr>
              <a:xfrm>
                <a:off x="-3609718" y="1978148"/>
                <a:ext cx="1386091" cy="802508"/>
              </a:xfrm>
              <a:custGeom>
                <a:avLst/>
                <a:gdLst/>
                <a:ahLst/>
                <a:cxnLst/>
                <a:rect l="l" t="t" r="r" b="b"/>
                <a:pathLst>
                  <a:path w="6382" h="3695" extrusionOk="0">
                    <a:moveTo>
                      <a:pt x="3164" y="1033"/>
                    </a:moveTo>
                    <a:cubicBezTo>
                      <a:pt x="3510" y="1033"/>
                      <a:pt x="3857" y="1109"/>
                      <a:pt x="4123" y="1262"/>
                    </a:cubicBezTo>
                    <a:cubicBezTo>
                      <a:pt x="4652" y="1569"/>
                      <a:pt x="4656" y="2065"/>
                      <a:pt x="4128" y="2372"/>
                    </a:cubicBezTo>
                    <a:cubicBezTo>
                      <a:pt x="3865" y="2525"/>
                      <a:pt x="3519" y="2602"/>
                      <a:pt x="3173" y="2602"/>
                    </a:cubicBezTo>
                    <a:cubicBezTo>
                      <a:pt x="2826" y="2602"/>
                      <a:pt x="2479" y="2525"/>
                      <a:pt x="2215" y="2372"/>
                    </a:cubicBezTo>
                    <a:lnTo>
                      <a:pt x="2213" y="2372"/>
                    </a:lnTo>
                    <a:cubicBezTo>
                      <a:pt x="1684" y="2065"/>
                      <a:pt x="1681" y="1569"/>
                      <a:pt x="2208" y="1262"/>
                    </a:cubicBezTo>
                    <a:cubicBezTo>
                      <a:pt x="2471" y="1109"/>
                      <a:pt x="2817" y="1033"/>
                      <a:pt x="3164" y="1033"/>
                    </a:cubicBezTo>
                    <a:close/>
                    <a:moveTo>
                      <a:pt x="2370" y="1"/>
                    </a:moveTo>
                    <a:cubicBezTo>
                      <a:pt x="2082" y="75"/>
                      <a:pt x="1771" y="112"/>
                      <a:pt x="1461" y="112"/>
                    </a:cubicBezTo>
                    <a:cubicBezTo>
                      <a:pt x="1204" y="112"/>
                      <a:pt x="947" y="87"/>
                      <a:pt x="702" y="36"/>
                    </a:cubicBezTo>
                    <a:lnTo>
                      <a:pt x="9" y="438"/>
                    </a:lnTo>
                    <a:cubicBezTo>
                      <a:pt x="193" y="729"/>
                      <a:pt x="190" y="1051"/>
                      <a:pt x="0" y="1341"/>
                    </a:cubicBezTo>
                    <a:lnTo>
                      <a:pt x="4076" y="3695"/>
                    </a:lnTo>
                    <a:cubicBezTo>
                      <a:pt x="4340" y="3638"/>
                      <a:pt x="4609" y="3609"/>
                      <a:pt x="4877" y="3609"/>
                    </a:cubicBezTo>
                    <a:cubicBezTo>
                      <a:pt x="5092" y="3609"/>
                      <a:pt x="5307" y="3628"/>
                      <a:pt x="5520" y="3664"/>
                    </a:cubicBezTo>
                    <a:lnTo>
                      <a:pt x="6288" y="3218"/>
                    </a:lnTo>
                    <a:cubicBezTo>
                      <a:pt x="6134" y="2922"/>
                      <a:pt x="6166" y="2602"/>
                      <a:pt x="6381" y="2318"/>
                    </a:cubicBezTo>
                    <a:lnTo>
                      <a:pt x="237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4" name="Google Shape;1054;p40"/>
              <p:cNvSpPr/>
              <p:nvPr/>
            </p:nvSpPr>
            <p:spPr>
              <a:xfrm>
                <a:off x="-3083254" y="2270702"/>
                <a:ext cx="323392" cy="187650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864" extrusionOk="0">
                    <a:moveTo>
                      <a:pt x="1337" y="0"/>
                    </a:moveTo>
                    <a:lnTo>
                      <a:pt x="1249" y="50"/>
                    </a:lnTo>
                    <a:cubicBezTo>
                      <a:pt x="1190" y="29"/>
                      <a:pt x="1127" y="18"/>
                      <a:pt x="1065" y="18"/>
                    </a:cubicBezTo>
                    <a:cubicBezTo>
                      <a:pt x="1045" y="18"/>
                      <a:pt x="1026" y="19"/>
                      <a:pt x="1007" y="21"/>
                    </a:cubicBezTo>
                    <a:cubicBezTo>
                      <a:pt x="920" y="32"/>
                      <a:pt x="838" y="62"/>
                      <a:pt x="764" y="106"/>
                    </a:cubicBezTo>
                    <a:cubicBezTo>
                      <a:pt x="708" y="138"/>
                      <a:pt x="669" y="171"/>
                      <a:pt x="646" y="205"/>
                    </a:cubicBezTo>
                    <a:cubicBezTo>
                      <a:pt x="625" y="235"/>
                      <a:pt x="613" y="269"/>
                      <a:pt x="608" y="306"/>
                    </a:cubicBezTo>
                    <a:cubicBezTo>
                      <a:pt x="605" y="338"/>
                      <a:pt x="607" y="371"/>
                      <a:pt x="614" y="404"/>
                    </a:cubicBezTo>
                    <a:cubicBezTo>
                      <a:pt x="620" y="435"/>
                      <a:pt x="624" y="467"/>
                      <a:pt x="627" y="498"/>
                    </a:cubicBezTo>
                    <a:cubicBezTo>
                      <a:pt x="629" y="528"/>
                      <a:pt x="624" y="557"/>
                      <a:pt x="613" y="585"/>
                    </a:cubicBezTo>
                    <a:cubicBezTo>
                      <a:pt x="602" y="612"/>
                      <a:pt x="576" y="638"/>
                      <a:pt x="535" y="662"/>
                    </a:cubicBezTo>
                    <a:cubicBezTo>
                      <a:pt x="500" y="683"/>
                      <a:pt x="460" y="697"/>
                      <a:pt x="419" y="699"/>
                    </a:cubicBezTo>
                    <a:cubicBezTo>
                      <a:pt x="385" y="698"/>
                      <a:pt x="352" y="689"/>
                      <a:pt x="323" y="672"/>
                    </a:cubicBezTo>
                    <a:cubicBezTo>
                      <a:pt x="293" y="656"/>
                      <a:pt x="277" y="638"/>
                      <a:pt x="277" y="618"/>
                    </a:cubicBezTo>
                    <a:cubicBezTo>
                      <a:pt x="277" y="597"/>
                      <a:pt x="298" y="574"/>
                      <a:pt x="341" y="549"/>
                    </a:cubicBezTo>
                    <a:lnTo>
                      <a:pt x="433" y="496"/>
                    </a:lnTo>
                    <a:lnTo>
                      <a:pt x="257" y="394"/>
                    </a:lnTo>
                    <a:lnTo>
                      <a:pt x="175" y="441"/>
                    </a:lnTo>
                    <a:cubicBezTo>
                      <a:pt x="95" y="487"/>
                      <a:pt x="47" y="535"/>
                      <a:pt x="30" y="582"/>
                    </a:cubicBezTo>
                    <a:cubicBezTo>
                      <a:pt x="14" y="631"/>
                      <a:pt x="33" y="679"/>
                      <a:pt x="87" y="725"/>
                    </a:cubicBezTo>
                    <a:lnTo>
                      <a:pt x="0" y="776"/>
                    </a:lnTo>
                    <a:lnTo>
                      <a:pt x="154" y="864"/>
                    </a:lnTo>
                    <a:lnTo>
                      <a:pt x="240" y="814"/>
                    </a:lnTo>
                    <a:cubicBezTo>
                      <a:pt x="301" y="838"/>
                      <a:pt x="365" y="850"/>
                      <a:pt x="431" y="850"/>
                    </a:cubicBezTo>
                    <a:cubicBezTo>
                      <a:pt x="449" y="850"/>
                      <a:pt x="468" y="849"/>
                      <a:pt x="487" y="847"/>
                    </a:cubicBezTo>
                    <a:cubicBezTo>
                      <a:pt x="574" y="836"/>
                      <a:pt x="658" y="808"/>
                      <a:pt x="733" y="763"/>
                    </a:cubicBezTo>
                    <a:cubicBezTo>
                      <a:pt x="790" y="730"/>
                      <a:pt x="830" y="697"/>
                      <a:pt x="851" y="663"/>
                    </a:cubicBezTo>
                    <a:cubicBezTo>
                      <a:pt x="873" y="633"/>
                      <a:pt x="885" y="598"/>
                      <a:pt x="889" y="562"/>
                    </a:cubicBezTo>
                    <a:cubicBezTo>
                      <a:pt x="892" y="529"/>
                      <a:pt x="890" y="496"/>
                      <a:pt x="883" y="464"/>
                    </a:cubicBezTo>
                    <a:cubicBezTo>
                      <a:pt x="876" y="434"/>
                      <a:pt x="872" y="402"/>
                      <a:pt x="869" y="370"/>
                    </a:cubicBezTo>
                    <a:cubicBezTo>
                      <a:pt x="868" y="341"/>
                      <a:pt x="873" y="310"/>
                      <a:pt x="884" y="283"/>
                    </a:cubicBezTo>
                    <a:cubicBezTo>
                      <a:pt x="894" y="255"/>
                      <a:pt x="919" y="230"/>
                      <a:pt x="960" y="206"/>
                    </a:cubicBezTo>
                    <a:cubicBezTo>
                      <a:pt x="995" y="184"/>
                      <a:pt x="1035" y="171"/>
                      <a:pt x="1077" y="168"/>
                    </a:cubicBezTo>
                    <a:cubicBezTo>
                      <a:pt x="1079" y="168"/>
                      <a:pt x="1081" y="168"/>
                      <a:pt x="1082" y="168"/>
                    </a:cubicBezTo>
                    <a:cubicBezTo>
                      <a:pt x="1114" y="168"/>
                      <a:pt x="1144" y="177"/>
                      <a:pt x="1171" y="193"/>
                    </a:cubicBezTo>
                    <a:cubicBezTo>
                      <a:pt x="1201" y="210"/>
                      <a:pt x="1215" y="227"/>
                      <a:pt x="1214" y="248"/>
                    </a:cubicBezTo>
                    <a:cubicBezTo>
                      <a:pt x="1213" y="268"/>
                      <a:pt x="1190" y="290"/>
                      <a:pt x="1147" y="315"/>
                    </a:cubicBezTo>
                    <a:lnTo>
                      <a:pt x="1100" y="343"/>
                    </a:lnTo>
                    <a:lnTo>
                      <a:pt x="1277" y="445"/>
                    </a:lnTo>
                    <a:lnTo>
                      <a:pt x="1314" y="425"/>
                    </a:lnTo>
                    <a:cubicBezTo>
                      <a:pt x="1395" y="377"/>
                      <a:pt x="1441" y="329"/>
                      <a:pt x="1458" y="281"/>
                    </a:cubicBezTo>
                    <a:cubicBezTo>
                      <a:pt x="1474" y="233"/>
                      <a:pt x="1455" y="186"/>
                      <a:pt x="1401" y="139"/>
                    </a:cubicBezTo>
                    <a:lnTo>
                      <a:pt x="1489" y="89"/>
                    </a:lnTo>
                    <a:lnTo>
                      <a:pt x="13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5" name="Google Shape;1055;p40"/>
            <p:cNvSpPr/>
            <p:nvPr/>
          </p:nvSpPr>
          <p:spPr>
            <a:xfrm>
              <a:off x="7647704" y="659208"/>
              <a:ext cx="144335" cy="144335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40"/>
            <p:cNvSpPr/>
            <p:nvPr/>
          </p:nvSpPr>
          <p:spPr>
            <a:xfrm>
              <a:off x="8491421" y="1276452"/>
              <a:ext cx="118359" cy="114288"/>
            </a:xfrm>
            <a:custGeom>
              <a:avLst/>
              <a:gdLst/>
              <a:ahLst/>
              <a:cxnLst/>
              <a:rect l="l" t="t" r="r" b="b"/>
              <a:pathLst>
                <a:path w="4652" h="4492" extrusionOk="0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40"/>
            <p:cNvSpPr/>
            <p:nvPr/>
          </p:nvSpPr>
          <p:spPr>
            <a:xfrm>
              <a:off x="8340314" y="539494"/>
              <a:ext cx="144335" cy="144361"/>
            </a:xfrm>
            <a:custGeom>
              <a:avLst/>
              <a:gdLst/>
              <a:ahLst/>
              <a:cxnLst/>
              <a:rect l="l" t="t" r="r" b="b"/>
              <a:pathLst>
                <a:path w="5673" h="5674" extrusionOk="0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rgbClr val="FF9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9" name="Google Shape;1059;p41"/>
          <p:cNvGrpSpPr/>
          <p:nvPr/>
        </p:nvGrpSpPr>
        <p:grpSpPr>
          <a:xfrm>
            <a:off x="3779436" y="4713859"/>
            <a:ext cx="1585128" cy="350005"/>
            <a:chOff x="7010771" y="697150"/>
            <a:chExt cx="1678628" cy="370650"/>
          </a:xfrm>
        </p:grpSpPr>
        <p:grpSp>
          <p:nvGrpSpPr>
            <p:cNvPr id="1060" name="Google Shape;1060;p41"/>
            <p:cNvGrpSpPr/>
            <p:nvPr/>
          </p:nvGrpSpPr>
          <p:grpSpPr>
            <a:xfrm>
              <a:off x="7873613" y="697150"/>
              <a:ext cx="457313" cy="370650"/>
              <a:chOff x="1298600" y="-919198"/>
              <a:chExt cx="457313" cy="370650"/>
            </a:xfrm>
          </p:grpSpPr>
          <p:sp>
            <p:nvSpPr>
              <p:cNvPr id="1061" name="Google Shape;1061;p41"/>
              <p:cNvSpPr/>
              <p:nvPr/>
            </p:nvSpPr>
            <p:spPr>
              <a:xfrm>
                <a:off x="1586174" y="-919198"/>
                <a:ext cx="149013" cy="74468"/>
              </a:xfrm>
              <a:custGeom>
                <a:avLst/>
                <a:gdLst/>
                <a:ahLst/>
                <a:cxnLst/>
                <a:rect l="l" t="t" r="r" b="b"/>
                <a:pathLst>
                  <a:path w="3874" h="1936" extrusionOk="0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2" name="Google Shape;1062;p41"/>
              <p:cNvSpPr/>
              <p:nvPr/>
            </p:nvSpPr>
            <p:spPr>
              <a:xfrm>
                <a:off x="1396573" y="-916929"/>
                <a:ext cx="237021" cy="229444"/>
              </a:xfrm>
              <a:custGeom>
                <a:avLst/>
                <a:gdLst/>
                <a:ahLst/>
                <a:cxnLst/>
                <a:rect l="l" t="t" r="r" b="b"/>
                <a:pathLst>
                  <a:path w="6162" h="5965" extrusionOk="0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3" name="Google Shape;1063;p41"/>
              <p:cNvSpPr/>
              <p:nvPr/>
            </p:nvSpPr>
            <p:spPr>
              <a:xfrm>
                <a:off x="1367570" y="-879078"/>
                <a:ext cx="388343" cy="330530"/>
              </a:xfrm>
              <a:custGeom>
                <a:avLst/>
                <a:gdLst/>
                <a:ahLst/>
                <a:cxnLst/>
                <a:rect l="l" t="t" r="r" b="b"/>
                <a:pathLst>
                  <a:path w="10096" h="8593" extrusionOk="0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4" name="Google Shape;1064;p41"/>
              <p:cNvSpPr/>
              <p:nvPr/>
            </p:nvSpPr>
            <p:spPr>
              <a:xfrm>
                <a:off x="1298600" y="-733060"/>
                <a:ext cx="164861" cy="180709"/>
              </a:xfrm>
              <a:custGeom>
                <a:avLst/>
                <a:gdLst/>
                <a:ahLst/>
                <a:cxnLst/>
                <a:rect l="l" t="t" r="r" b="b"/>
                <a:pathLst>
                  <a:path w="4286" h="4698" extrusionOk="0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65" name="Google Shape;1065;p41"/>
            <p:cNvSpPr/>
            <p:nvPr/>
          </p:nvSpPr>
          <p:spPr>
            <a:xfrm>
              <a:off x="7010771" y="858027"/>
              <a:ext cx="118359" cy="114288"/>
            </a:xfrm>
            <a:custGeom>
              <a:avLst/>
              <a:gdLst/>
              <a:ahLst/>
              <a:cxnLst/>
              <a:rect l="l" t="t" r="r" b="b"/>
              <a:pathLst>
                <a:path w="4652" h="4492" extrusionOk="0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41"/>
            <p:cNvSpPr/>
            <p:nvPr/>
          </p:nvSpPr>
          <p:spPr>
            <a:xfrm>
              <a:off x="7426687" y="843009"/>
              <a:ext cx="144335" cy="144335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41"/>
            <p:cNvSpPr/>
            <p:nvPr/>
          </p:nvSpPr>
          <p:spPr>
            <a:xfrm>
              <a:off x="8545064" y="842994"/>
              <a:ext cx="144335" cy="144361"/>
            </a:xfrm>
            <a:custGeom>
              <a:avLst/>
              <a:gdLst/>
              <a:ahLst/>
              <a:cxnLst/>
              <a:rect l="l" t="t" r="r" b="b"/>
              <a:pathLst>
                <a:path w="5673" h="5674" extrusionOk="0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8" name="Google Shape;1068;p41"/>
          <p:cNvGrpSpPr/>
          <p:nvPr/>
        </p:nvGrpSpPr>
        <p:grpSpPr>
          <a:xfrm flipH="1">
            <a:off x="3944040" y="101724"/>
            <a:ext cx="1255918" cy="380978"/>
            <a:chOff x="2456262" y="827362"/>
            <a:chExt cx="1255918" cy="380978"/>
          </a:xfrm>
        </p:grpSpPr>
        <p:grpSp>
          <p:nvGrpSpPr>
            <p:cNvPr id="1069" name="Google Shape;1069;p41"/>
            <p:cNvGrpSpPr/>
            <p:nvPr/>
          </p:nvGrpSpPr>
          <p:grpSpPr>
            <a:xfrm>
              <a:off x="2796617" y="827362"/>
              <a:ext cx="601191" cy="368434"/>
              <a:chOff x="-4112725" y="1691025"/>
              <a:chExt cx="2381898" cy="1459722"/>
            </a:xfrm>
          </p:grpSpPr>
          <p:sp>
            <p:nvSpPr>
              <p:cNvPr id="1070" name="Google Shape;1070;p41"/>
              <p:cNvSpPr/>
              <p:nvPr/>
            </p:nvSpPr>
            <p:spPr>
              <a:xfrm>
                <a:off x="-4111422" y="1691025"/>
                <a:ext cx="2380592" cy="1377403"/>
              </a:xfrm>
              <a:custGeom>
                <a:avLst/>
                <a:gdLst/>
                <a:ahLst/>
                <a:cxnLst/>
                <a:rect l="l" t="t" r="r" b="b"/>
                <a:pathLst>
                  <a:path w="10961" h="6342" extrusionOk="0">
                    <a:moveTo>
                      <a:pt x="3623" y="0"/>
                    </a:moveTo>
                    <a:lnTo>
                      <a:pt x="1" y="2104"/>
                    </a:lnTo>
                    <a:lnTo>
                      <a:pt x="7338" y="6341"/>
                    </a:lnTo>
                    <a:lnTo>
                      <a:pt x="10960" y="4236"/>
                    </a:lnTo>
                    <a:lnTo>
                      <a:pt x="362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" name="Google Shape;1071;p41"/>
              <p:cNvSpPr/>
              <p:nvPr/>
            </p:nvSpPr>
            <p:spPr>
              <a:xfrm>
                <a:off x="-2518783" y="2611036"/>
                <a:ext cx="787956" cy="539711"/>
              </a:xfrm>
              <a:custGeom>
                <a:avLst/>
                <a:gdLst/>
                <a:ahLst/>
                <a:cxnLst/>
                <a:rect l="l" t="t" r="r" b="b"/>
                <a:pathLst>
                  <a:path w="3628" h="2485" extrusionOk="0">
                    <a:moveTo>
                      <a:pt x="3627" y="0"/>
                    </a:moveTo>
                    <a:lnTo>
                      <a:pt x="5" y="2105"/>
                    </a:lnTo>
                    <a:lnTo>
                      <a:pt x="0" y="2484"/>
                    </a:lnTo>
                    <a:lnTo>
                      <a:pt x="3622" y="380"/>
                    </a:lnTo>
                    <a:lnTo>
                      <a:pt x="362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2" name="Google Shape;1072;p41"/>
              <p:cNvSpPr/>
              <p:nvPr/>
            </p:nvSpPr>
            <p:spPr>
              <a:xfrm>
                <a:off x="-4112725" y="2147990"/>
                <a:ext cx="1595025" cy="1002755"/>
              </a:xfrm>
              <a:custGeom>
                <a:avLst/>
                <a:gdLst/>
                <a:ahLst/>
                <a:cxnLst/>
                <a:rect l="l" t="t" r="r" b="b"/>
                <a:pathLst>
                  <a:path w="7344" h="4617" extrusionOk="0">
                    <a:moveTo>
                      <a:pt x="7" y="0"/>
                    </a:moveTo>
                    <a:lnTo>
                      <a:pt x="1" y="381"/>
                    </a:lnTo>
                    <a:lnTo>
                      <a:pt x="7339" y="4616"/>
                    </a:lnTo>
                    <a:lnTo>
                      <a:pt x="7344" y="423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3" name="Google Shape;1073;p41"/>
              <p:cNvSpPr/>
              <p:nvPr/>
            </p:nvSpPr>
            <p:spPr>
              <a:xfrm>
                <a:off x="-3609718" y="1978148"/>
                <a:ext cx="1386091" cy="802508"/>
              </a:xfrm>
              <a:custGeom>
                <a:avLst/>
                <a:gdLst/>
                <a:ahLst/>
                <a:cxnLst/>
                <a:rect l="l" t="t" r="r" b="b"/>
                <a:pathLst>
                  <a:path w="6382" h="3695" extrusionOk="0">
                    <a:moveTo>
                      <a:pt x="3164" y="1033"/>
                    </a:moveTo>
                    <a:cubicBezTo>
                      <a:pt x="3510" y="1033"/>
                      <a:pt x="3857" y="1109"/>
                      <a:pt x="4123" y="1262"/>
                    </a:cubicBezTo>
                    <a:cubicBezTo>
                      <a:pt x="4652" y="1569"/>
                      <a:pt x="4656" y="2065"/>
                      <a:pt x="4128" y="2372"/>
                    </a:cubicBezTo>
                    <a:cubicBezTo>
                      <a:pt x="3865" y="2525"/>
                      <a:pt x="3519" y="2602"/>
                      <a:pt x="3173" y="2602"/>
                    </a:cubicBezTo>
                    <a:cubicBezTo>
                      <a:pt x="2826" y="2602"/>
                      <a:pt x="2479" y="2525"/>
                      <a:pt x="2215" y="2372"/>
                    </a:cubicBezTo>
                    <a:lnTo>
                      <a:pt x="2213" y="2372"/>
                    </a:lnTo>
                    <a:cubicBezTo>
                      <a:pt x="1684" y="2065"/>
                      <a:pt x="1681" y="1569"/>
                      <a:pt x="2208" y="1262"/>
                    </a:cubicBezTo>
                    <a:cubicBezTo>
                      <a:pt x="2471" y="1109"/>
                      <a:pt x="2817" y="1033"/>
                      <a:pt x="3164" y="1033"/>
                    </a:cubicBezTo>
                    <a:close/>
                    <a:moveTo>
                      <a:pt x="2370" y="1"/>
                    </a:moveTo>
                    <a:cubicBezTo>
                      <a:pt x="2082" y="75"/>
                      <a:pt x="1771" y="112"/>
                      <a:pt x="1461" y="112"/>
                    </a:cubicBezTo>
                    <a:cubicBezTo>
                      <a:pt x="1204" y="112"/>
                      <a:pt x="947" y="87"/>
                      <a:pt x="702" y="36"/>
                    </a:cubicBezTo>
                    <a:lnTo>
                      <a:pt x="9" y="438"/>
                    </a:lnTo>
                    <a:cubicBezTo>
                      <a:pt x="193" y="729"/>
                      <a:pt x="190" y="1051"/>
                      <a:pt x="0" y="1341"/>
                    </a:cubicBezTo>
                    <a:lnTo>
                      <a:pt x="4076" y="3695"/>
                    </a:lnTo>
                    <a:cubicBezTo>
                      <a:pt x="4340" y="3638"/>
                      <a:pt x="4609" y="3609"/>
                      <a:pt x="4877" y="3609"/>
                    </a:cubicBezTo>
                    <a:cubicBezTo>
                      <a:pt x="5092" y="3609"/>
                      <a:pt x="5307" y="3628"/>
                      <a:pt x="5520" y="3664"/>
                    </a:cubicBezTo>
                    <a:lnTo>
                      <a:pt x="6288" y="3218"/>
                    </a:lnTo>
                    <a:cubicBezTo>
                      <a:pt x="6134" y="2922"/>
                      <a:pt x="6166" y="2602"/>
                      <a:pt x="6381" y="2318"/>
                    </a:cubicBezTo>
                    <a:lnTo>
                      <a:pt x="237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4" name="Google Shape;1074;p41"/>
              <p:cNvSpPr/>
              <p:nvPr/>
            </p:nvSpPr>
            <p:spPr>
              <a:xfrm>
                <a:off x="-3083254" y="2270702"/>
                <a:ext cx="323392" cy="187650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864" extrusionOk="0">
                    <a:moveTo>
                      <a:pt x="1337" y="0"/>
                    </a:moveTo>
                    <a:lnTo>
                      <a:pt x="1249" y="50"/>
                    </a:lnTo>
                    <a:cubicBezTo>
                      <a:pt x="1190" y="29"/>
                      <a:pt x="1127" y="18"/>
                      <a:pt x="1065" y="18"/>
                    </a:cubicBezTo>
                    <a:cubicBezTo>
                      <a:pt x="1045" y="18"/>
                      <a:pt x="1026" y="19"/>
                      <a:pt x="1007" y="21"/>
                    </a:cubicBezTo>
                    <a:cubicBezTo>
                      <a:pt x="920" y="32"/>
                      <a:pt x="838" y="62"/>
                      <a:pt x="764" y="106"/>
                    </a:cubicBezTo>
                    <a:cubicBezTo>
                      <a:pt x="708" y="138"/>
                      <a:pt x="669" y="171"/>
                      <a:pt x="646" y="205"/>
                    </a:cubicBezTo>
                    <a:cubicBezTo>
                      <a:pt x="625" y="235"/>
                      <a:pt x="613" y="269"/>
                      <a:pt x="608" y="306"/>
                    </a:cubicBezTo>
                    <a:cubicBezTo>
                      <a:pt x="605" y="338"/>
                      <a:pt x="607" y="371"/>
                      <a:pt x="614" y="404"/>
                    </a:cubicBezTo>
                    <a:cubicBezTo>
                      <a:pt x="620" y="435"/>
                      <a:pt x="624" y="467"/>
                      <a:pt x="627" y="498"/>
                    </a:cubicBezTo>
                    <a:cubicBezTo>
                      <a:pt x="629" y="528"/>
                      <a:pt x="624" y="557"/>
                      <a:pt x="613" y="585"/>
                    </a:cubicBezTo>
                    <a:cubicBezTo>
                      <a:pt x="602" y="612"/>
                      <a:pt x="576" y="638"/>
                      <a:pt x="535" y="662"/>
                    </a:cubicBezTo>
                    <a:cubicBezTo>
                      <a:pt x="500" y="683"/>
                      <a:pt x="460" y="697"/>
                      <a:pt x="419" y="699"/>
                    </a:cubicBezTo>
                    <a:cubicBezTo>
                      <a:pt x="385" y="698"/>
                      <a:pt x="352" y="689"/>
                      <a:pt x="323" y="672"/>
                    </a:cubicBezTo>
                    <a:cubicBezTo>
                      <a:pt x="293" y="656"/>
                      <a:pt x="277" y="638"/>
                      <a:pt x="277" y="618"/>
                    </a:cubicBezTo>
                    <a:cubicBezTo>
                      <a:pt x="277" y="597"/>
                      <a:pt x="298" y="574"/>
                      <a:pt x="341" y="549"/>
                    </a:cubicBezTo>
                    <a:lnTo>
                      <a:pt x="433" y="496"/>
                    </a:lnTo>
                    <a:lnTo>
                      <a:pt x="257" y="394"/>
                    </a:lnTo>
                    <a:lnTo>
                      <a:pt x="175" y="441"/>
                    </a:lnTo>
                    <a:cubicBezTo>
                      <a:pt x="95" y="487"/>
                      <a:pt x="47" y="535"/>
                      <a:pt x="30" y="582"/>
                    </a:cubicBezTo>
                    <a:cubicBezTo>
                      <a:pt x="14" y="631"/>
                      <a:pt x="33" y="679"/>
                      <a:pt x="87" y="725"/>
                    </a:cubicBezTo>
                    <a:lnTo>
                      <a:pt x="0" y="776"/>
                    </a:lnTo>
                    <a:lnTo>
                      <a:pt x="154" y="864"/>
                    </a:lnTo>
                    <a:lnTo>
                      <a:pt x="240" y="814"/>
                    </a:lnTo>
                    <a:cubicBezTo>
                      <a:pt x="301" y="838"/>
                      <a:pt x="365" y="850"/>
                      <a:pt x="431" y="850"/>
                    </a:cubicBezTo>
                    <a:cubicBezTo>
                      <a:pt x="449" y="850"/>
                      <a:pt x="468" y="849"/>
                      <a:pt x="487" y="847"/>
                    </a:cubicBezTo>
                    <a:cubicBezTo>
                      <a:pt x="574" y="836"/>
                      <a:pt x="658" y="808"/>
                      <a:pt x="733" y="763"/>
                    </a:cubicBezTo>
                    <a:cubicBezTo>
                      <a:pt x="790" y="730"/>
                      <a:pt x="830" y="697"/>
                      <a:pt x="851" y="663"/>
                    </a:cubicBezTo>
                    <a:cubicBezTo>
                      <a:pt x="873" y="633"/>
                      <a:pt x="885" y="598"/>
                      <a:pt x="889" y="562"/>
                    </a:cubicBezTo>
                    <a:cubicBezTo>
                      <a:pt x="892" y="529"/>
                      <a:pt x="890" y="496"/>
                      <a:pt x="883" y="464"/>
                    </a:cubicBezTo>
                    <a:cubicBezTo>
                      <a:pt x="876" y="434"/>
                      <a:pt x="872" y="402"/>
                      <a:pt x="869" y="370"/>
                    </a:cubicBezTo>
                    <a:cubicBezTo>
                      <a:pt x="868" y="341"/>
                      <a:pt x="873" y="310"/>
                      <a:pt x="884" y="283"/>
                    </a:cubicBezTo>
                    <a:cubicBezTo>
                      <a:pt x="894" y="255"/>
                      <a:pt x="919" y="230"/>
                      <a:pt x="960" y="206"/>
                    </a:cubicBezTo>
                    <a:cubicBezTo>
                      <a:pt x="995" y="184"/>
                      <a:pt x="1035" y="171"/>
                      <a:pt x="1077" y="168"/>
                    </a:cubicBezTo>
                    <a:cubicBezTo>
                      <a:pt x="1079" y="168"/>
                      <a:pt x="1081" y="168"/>
                      <a:pt x="1082" y="168"/>
                    </a:cubicBezTo>
                    <a:cubicBezTo>
                      <a:pt x="1114" y="168"/>
                      <a:pt x="1144" y="177"/>
                      <a:pt x="1171" y="193"/>
                    </a:cubicBezTo>
                    <a:cubicBezTo>
                      <a:pt x="1201" y="210"/>
                      <a:pt x="1215" y="227"/>
                      <a:pt x="1214" y="248"/>
                    </a:cubicBezTo>
                    <a:cubicBezTo>
                      <a:pt x="1213" y="268"/>
                      <a:pt x="1190" y="290"/>
                      <a:pt x="1147" y="315"/>
                    </a:cubicBezTo>
                    <a:lnTo>
                      <a:pt x="1100" y="343"/>
                    </a:lnTo>
                    <a:lnTo>
                      <a:pt x="1277" y="445"/>
                    </a:lnTo>
                    <a:lnTo>
                      <a:pt x="1314" y="425"/>
                    </a:lnTo>
                    <a:cubicBezTo>
                      <a:pt x="1395" y="377"/>
                      <a:pt x="1441" y="329"/>
                      <a:pt x="1458" y="281"/>
                    </a:cubicBezTo>
                    <a:cubicBezTo>
                      <a:pt x="1474" y="233"/>
                      <a:pt x="1455" y="186"/>
                      <a:pt x="1401" y="139"/>
                    </a:cubicBezTo>
                    <a:lnTo>
                      <a:pt x="1489" y="89"/>
                    </a:lnTo>
                    <a:lnTo>
                      <a:pt x="13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75" name="Google Shape;1075;p41"/>
            <p:cNvSpPr/>
            <p:nvPr/>
          </p:nvSpPr>
          <p:spPr>
            <a:xfrm>
              <a:off x="2456262" y="1079037"/>
              <a:ext cx="118381" cy="118381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41"/>
            <p:cNvSpPr/>
            <p:nvPr/>
          </p:nvSpPr>
          <p:spPr>
            <a:xfrm>
              <a:off x="3593821" y="1094052"/>
              <a:ext cx="118359" cy="114288"/>
            </a:xfrm>
            <a:custGeom>
              <a:avLst/>
              <a:gdLst/>
              <a:ahLst/>
              <a:cxnLst/>
              <a:rect l="l" t="t" r="r" b="b"/>
              <a:pathLst>
                <a:path w="4652" h="4492" extrusionOk="0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26" Type="http://schemas.openxmlformats.org/officeDocument/2006/relationships/slideLayout" Target="../slideLayouts/slideLayout49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5" Type="http://schemas.openxmlformats.org/officeDocument/2006/relationships/slideLayout" Target="../slideLayouts/slideLayout48.xml"/><Relationship Id="rId33" Type="http://schemas.openxmlformats.org/officeDocument/2006/relationships/theme" Target="../theme/theme2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29" Type="http://schemas.openxmlformats.org/officeDocument/2006/relationships/slideLayout" Target="../slideLayouts/slideLayout52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47.xml"/><Relationship Id="rId32" Type="http://schemas.openxmlformats.org/officeDocument/2006/relationships/slideLayout" Target="../slideLayouts/slideLayout55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slideLayout" Target="../slideLayouts/slideLayout46.xml"/><Relationship Id="rId28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54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Relationship Id="rId27" Type="http://schemas.openxmlformats.org/officeDocument/2006/relationships/slideLayout" Target="../slideLayouts/slideLayout50.xml"/><Relationship Id="rId30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ontserrat"/>
              <a:buNone/>
              <a:defRPr sz="29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ontserrat"/>
              <a:buNone/>
              <a:defRPr sz="29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ontserrat"/>
              <a:buNone/>
              <a:defRPr sz="29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ontserrat"/>
              <a:buNone/>
              <a:defRPr sz="29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ontserrat"/>
              <a:buNone/>
              <a:defRPr sz="29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ontserrat"/>
              <a:buNone/>
              <a:defRPr sz="29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ontserrat"/>
              <a:buNone/>
              <a:defRPr sz="29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ontserrat"/>
              <a:buNone/>
              <a:defRPr sz="29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ontserrat"/>
              <a:buNone/>
              <a:defRPr sz="29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773" name="Google Shape;773;p8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  <p:sldLayoutId id="2147483699" r:id="rId26"/>
    <p:sldLayoutId id="2147483700" r:id="rId27"/>
    <p:sldLayoutId id="2147483701" r:id="rId28"/>
    <p:sldLayoutId id="2147483702" r:id="rId29"/>
    <p:sldLayoutId id="2147483703" r:id="rId30"/>
    <p:sldLayoutId id="2147483704" r:id="rId31"/>
    <p:sldLayoutId id="2147483705" r:id="rId3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1"/>
          <p:cNvSpPr txBox="1">
            <a:spLocks noGrp="1"/>
          </p:cNvSpPr>
          <p:nvPr>
            <p:ph type="ctrTitle"/>
          </p:nvPr>
        </p:nvSpPr>
        <p:spPr>
          <a:xfrm>
            <a:off x="762000" y="895350"/>
            <a:ext cx="55626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300" dirty="0" smtClean="0">
                <a:solidFill>
                  <a:schemeClr val="tx1"/>
                </a:solidFill>
              </a:rPr>
              <a:t>Foundations </a:t>
            </a:r>
            <a:r>
              <a:rPr lang="en-US" sz="4300" dirty="0" smtClean="0">
                <a:solidFill>
                  <a:schemeClr val="tx1"/>
                </a:solidFill>
              </a:rPr>
              <a:t>of API </a:t>
            </a:r>
            <a:r>
              <a:rPr lang="en-US" sz="4300" dirty="0" smtClean="0">
                <a:solidFill>
                  <a:schemeClr val="tx1"/>
                </a:solidFill>
              </a:rPr>
              <a:t>Authentication and </a:t>
            </a:r>
            <a:r>
              <a:rPr lang="en-US" sz="4300" dirty="0" smtClean="0">
                <a:solidFill>
                  <a:schemeClr val="tx1"/>
                </a:solidFill>
              </a:rPr>
              <a:t>Authorization</a:t>
            </a:r>
            <a:endParaRPr sz="2800" b="0">
              <a:solidFill>
                <a:schemeClr val="tx1"/>
              </a:solidFill>
            </a:endParaRPr>
          </a:p>
        </p:txBody>
      </p:sp>
      <p:grpSp>
        <p:nvGrpSpPr>
          <p:cNvPr id="1082" name="Google Shape;1082;p1"/>
          <p:cNvGrpSpPr/>
          <p:nvPr/>
        </p:nvGrpSpPr>
        <p:grpSpPr>
          <a:xfrm>
            <a:off x="2908600" y="431102"/>
            <a:ext cx="2836661" cy="381111"/>
            <a:chOff x="2908600" y="431102"/>
            <a:chExt cx="2836661" cy="381111"/>
          </a:xfrm>
        </p:grpSpPr>
        <p:sp>
          <p:nvSpPr>
            <p:cNvPr id="1083" name="Google Shape;1083;p1"/>
            <p:cNvSpPr/>
            <p:nvPr/>
          </p:nvSpPr>
          <p:spPr>
            <a:xfrm>
              <a:off x="4239825" y="431102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1"/>
            <p:cNvSpPr/>
            <p:nvPr/>
          </p:nvSpPr>
          <p:spPr>
            <a:xfrm>
              <a:off x="2908600" y="747113"/>
              <a:ext cx="65100" cy="65100"/>
            </a:xfrm>
            <a:prstGeom prst="ellipse">
              <a:avLst/>
            </a:pr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sp>
        <p:nvSpPr>
          <p:cNvPr id="1085" name="Google Shape;1085;p1"/>
          <p:cNvSpPr/>
          <p:nvPr/>
        </p:nvSpPr>
        <p:spPr>
          <a:xfrm>
            <a:off x="0" y="4119300"/>
            <a:ext cx="1924500" cy="103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86" name="Google Shape;1086;p1"/>
          <p:cNvSpPr/>
          <p:nvPr/>
        </p:nvSpPr>
        <p:spPr>
          <a:xfrm>
            <a:off x="0" y="-15300"/>
            <a:ext cx="565800" cy="5174100"/>
          </a:xfrm>
          <a:prstGeom prst="rect">
            <a:avLst/>
          </a:prstGeom>
          <a:solidFill>
            <a:srgbClr val="1A30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087" name="Google Shape;108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285750"/>
            <a:ext cx="1333701" cy="36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73" name="Picture 1" descr="C:\Users\ASUS VIVOBOOK 14\Pictures\Screenshots\Screenshot (3913)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72200" y="942436"/>
            <a:ext cx="2819400" cy="170551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1"/>
          <p:cNvSpPr txBox="1">
            <a:spLocks noGrp="1"/>
          </p:cNvSpPr>
          <p:nvPr>
            <p:ph type="ctrTitle"/>
          </p:nvPr>
        </p:nvSpPr>
        <p:spPr>
          <a:xfrm>
            <a:off x="1143000" y="2038350"/>
            <a:ext cx="5418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500" dirty="0" smtClean="0">
                <a:latin typeface="Montserrat" pitchFamily="2" charset="0"/>
                <a:ea typeface="Montserrat ExtraBold"/>
                <a:cs typeface="Montserrat ExtraBold"/>
                <a:sym typeface="Montserrat ExtraBold"/>
              </a:rPr>
              <a:t>Topics : </a:t>
            </a:r>
            <a:br>
              <a:rPr lang="en" sz="2500" dirty="0" smtClean="0">
                <a:latin typeface="Montserrat" pitchFamily="2" charset="0"/>
                <a:ea typeface="Montserrat ExtraBold"/>
                <a:cs typeface="Montserrat ExtraBold"/>
                <a:sym typeface="Montserrat ExtraBold"/>
              </a:rPr>
            </a:br>
            <a:endParaRPr lang="en" sz="2500" dirty="0">
              <a:latin typeface="Montserrat" pitchFamily="2" charset="0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2" name="Google Shape;1082;p1"/>
          <p:cNvGrpSpPr/>
          <p:nvPr/>
        </p:nvGrpSpPr>
        <p:grpSpPr>
          <a:xfrm>
            <a:off x="2908600" y="431102"/>
            <a:ext cx="2836661" cy="381111"/>
            <a:chOff x="2908600" y="431102"/>
            <a:chExt cx="2836661" cy="381111"/>
          </a:xfrm>
        </p:grpSpPr>
        <p:sp>
          <p:nvSpPr>
            <p:cNvPr id="1083" name="Google Shape;1083;p1"/>
            <p:cNvSpPr/>
            <p:nvPr/>
          </p:nvSpPr>
          <p:spPr>
            <a:xfrm>
              <a:off x="4239825" y="431102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1"/>
            <p:cNvSpPr/>
            <p:nvPr/>
          </p:nvSpPr>
          <p:spPr>
            <a:xfrm>
              <a:off x="2908600" y="747113"/>
              <a:ext cx="65100" cy="65100"/>
            </a:xfrm>
            <a:prstGeom prst="ellipse">
              <a:avLst/>
            </a:pr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sp>
        <p:nvSpPr>
          <p:cNvPr id="1085" name="Google Shape;1085;p1"/>
          <p:cNvSpPr/>
          <p:nvPr/>
        </p:nvSpPr>
        <p:spPr>
          <a:xfrm>
            <a:off x="0" y="4119300"/>
            <a:ext cx="1924500" cy="103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86" name="Google Shape;1086;p1"/>
          <p:cNvSpPr/>
          <p:nvPr/>
        </p:nvSpPr>
        <p:spPr>
          <a:xfrm>
            <a:off x="0" y="-15300"/>
            <a:ext cx="565800" cy="5174100"/>
          </a:xfrm>
          <a:prstGeom prst="rect">
            <a:avLst/>
          </a:prstGeom>
          <a:solidFill>
            <a:srgbClr val="1A30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087" name="Google Shape;108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056" y="994537"/>
            <a:ext cx="1333701" cy="36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1447800" y="2343150"/>
            <a:ext cx="3741730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Cabin" charset="0"/>
              </a:rPr>
              <a:t>What is Authentication and Authorization?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Cabin" charset="0"/>
              </a:rPr>
              <a:t>Types of Authentication </a:t>
            </a:r>
            <a:r>
              <a:rPr lang="en-US" dirty="0" smtClean="0">
                <a:latin typeface="Cabin" charset="0"/>
              </a:rPr>
              <a:t>Methods :</a:t>
            </a:r>
            <a:endParaRPr lang="en-US" dirty="0" smtClean="0">
              <a:latin typeface="Cabin" charset="0"/>
            </a:endParaRPr>
          </a:p>
          <a:p>
            <a:pPr marL="342900" lvl="5" indent="-342900"/>
            <a:r>
              <a:rPr lang="en-US" dirty="0" smtClean="0">
                <a:latin typeface="Cabin" charset="0"/>
              </a:rPr>
              <a:t> 		API </a:t>
            </a:r>
            <a:r>
              <a:rPr lang="en-US" dirty="0" smtClean="0">
                <a:latin typeface="Cabin" charset="0"/>
              </a:rPr>
              <a:t>Key </a:t>
            </a:r>
            <a:r>
              <a:rPr lang="en-US" dirty="0" smtClean="0">
                <a:latin typeface="Cabin" charset="0"/>
              </a:rPr>
              <a:t>Authentication</a:t>
            </a:r>
            <a:endParaRPr lang="en-US" dirty="0" smtClean="0">
              <a:latin typeface="Cabin" charset="0"/>
            </a:endParaRPr>
          </a:p>
          <a:p>
            <a:pPr marL="342900" lvl="8" indent="-342900"/>
            <a:r>
              <a:rPr lang="en-US" dirty="0" smtClean="0">
                <a:latin typeface="Cabin" charset="0"/>
              </a:rPr>
              <a:t>	 	JWT </a:t>
            </a:r>
            <a:r>
              <a:rPr lang="en-US" dirty="0" smtClean="0">
                <a:latin typeface="Cabin" charset="0"/>
              </a:rPr>
              <a:t>(JSON Web Token</a:t>
            </a:r>
            <a:r>
              <a:rPr lang="en-US" dirty="0" smtClean="0">
                <a:latin typeface="Cabin" charset="0"/>
              </a:rPr>
              <a:t>)</a:t>
            </a:r>
            <a:endParaRPr lang="en-US" dirty="0" smtClean="0">
              <a:latin typeface="Cabin" charset="0"/>
            </a:endParaRPr>
          </a:p>
          <a:p>
            <a:pPr marL="342900" lvl="4" indent="-342900"/>
            <a:r>
              <a:rPr lang="en-US" dirty="0" smtClean="0">
                <a:latin typeface="Cabin" charset="0"/>
              </a:rPr>
              <a:t> 		</a:t>
            </a:r>
            <a:r>
              <a:rPr lang="en-US" dirty="0" err="1" smtClean="0">
                <a:latin typeface="Cabin" charset="0"/>
              </a:rPr>
              <a:t>Oauth</a:t>
            </a:r>
            <a:r>
              <a:rPr lang="en-US" dirty="0" smtClean="0">
                <a:latin typeface="Cabin" charset="0"/>
              </a:rPr>
              <a:t> 2.0</a:t>
            </a:r>
            <a:endParaRPr lang="en-US" dirty="0" smtClean="0">
              <a:latin typeface="Cabin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Cabin" charset="0"/>
              </a:rPr>
              <a:t>Comparing API Key </a:t>
            </a:r>
            <a:r>
              <a:rPr lang="en-US" dirty="0" err="1" smtClean="0">
                <a:latin typeface="Cabin" charset="0"/>
              </a:rPr>
              <a:t>vs</a:t>
            </a:r>
            <a:r>
              <a:rPr lang="en-US" dirty="0" smtClean="0">
                <a:latin typeface="Cabin" charset="0"/>
              </a:rPr>
              <a:t> JWT </a:t>
            </a:r>
            <a:r>
              <a:rPr lang="en-US" dirty="0" err="1" smtClean="0">
                <a:latin typeface="Cabin" charset="0"/>
              </a:rPr>
              <a:t>vs</a:t>
            </a:r>
            <a:r>
              <a:rPr lang="en-US" dirty="0" smtClean="0">
                <a:latin typeface="Cabin" charset="0"/>
              </a:rPr>
              <a:t> </a:t>
            </a:r>
            <a:r>
              <a:rPr lang="en-US" dirty="0" err="1" smtClean="0">
                <a:latin typeface="Cabin" charset="0"/>
              </a:rPr>
              <a:t>OAuth</a:t>
            </a:r>
            <a:endParaRPr lang="en-US" dirty="0" smtClean="0">
              <a:latin typeface="Cabin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Cabin" charset="0"/>
              </a:rPr>
              <a:t>When to Use Which Method?</a:t>
            </a:r>
            <a:endParaRPr lang="hi-IN" dirty="0">
              <a:latin typeface="Cabin" charset="0"/>
            </a:endParaRPr>
          </a:p>
        </p:txBody>
      </p:sp>
      <p:pic>
        <p:nvPicPr>
          <p:cNvPr id="26625" name="Picture 1" descr="C:\Users\ASUS VIVOBOOK 14\Pictures\Screenshots\Screenshot (3912)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88167" y="1657350"/>
            <a:ext cx="3627233" cy="1828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93;g34f2cf59cc5_0_58"/>
          <p:cNvGrpSpPr/>
          <p:nvPr/>
        </p:nvGrpSpPr>
        <p:grpSpPr>
          <a:xfrm>
            <a:off x="2908600" y="431102"/>
            <a:ext cx="2836661" cy="381111"/>
            <a:chOff x="2908600" y="431102"/>
            <a:chExt cx="2836661" cy="381111"/>
          </a:xfrm>
        </p:grpSpPr>
        <p:sp>
          <p:nvSpPr>
            <p:cNvPr id="1094" name="Google Shape;1094;g34f2cf59cc5_0_58"/>
            <p:cNvSpPr/>
            <p:nvPr/>
          </p:nvSpPr>
          <p:spPr>
            <a:xfrm>
              <a:off x="4239825" y="431102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g34f2cf59cc5_0_58"/>
            <p:cNvSpPr/>
            <p:nvPr/>
          </p:nvSpPr>
          <p:spPr>
            <a:xfrm>
              <a:off x="2908600" y="747113"/>
              <a:ext cx="65100" cy="65100"/>
            </a:xfrm>
            <a:prstGeom prst="ellipse">
              <a:avLst/>
            </a:pr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sp>
        <p:nvSpPr>
          <p:cNvPr id="1096" name="Google Shape;1096;g34f2cf59cc5_0_58"/>
          <p:cNvSpPr/>
          <p:nvPr/>
        </p:nvSpPr>
        <p:spPr>
          <a:xfrm>
            <a:off x="0" y="4119300"/>
            <a:ext cx="1924500" cy="103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97" name="Google Shape;1097;g34f2cf59cc5_0_58"/>
          <p:cNvSpPr/>
          <p:nvPr/>
        </p:nvSpPr>
        <p:spPr>
          <a:xfrm>
            <a:off x="69750" y="98275"/>
            <a:ext cx="565800" cy="5174100"/>
          </a:xfrm>
          <a:prstGeom prst="rect">
            <a:avLst/>
          </a:prstGeom>
          <a:solidFill>
            <a:srgbClr val="1A30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098" name="Google Shape;1098;g34f2cf59cc5_0_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1381" y="439200"/>
            <a:ext cx="1333701" cy="36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g34f2cf59cc5_0_58"/>
          <p:cNvSpPr txBox="1">
            <a:spLocks noGrp="1"/>
          </p:cNvSpPr>
          <p:nvPr>
            <p:ph type="title" idx="4294967295"/>
          </p:nvPr>
        </p:nvSpPr>
        <p:spPr>
          <a:xfrm>
            <a:off x="761350" y="439200"/>
            <a:ext cx="6048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buSzPts val="3000"/>
            </a:pPr>
            <a:r>
              <a:rPr lang="en-IN" sz="2500" dirty="0" smtClean="0">
                <a:latin typeface="Montserrat" pitchFamily="2" charset="0"/>
              </a:rPr>
              <a:t>1. </a:t>
            </a:r>
            <a:r>
              <a:rPr lang="en-US" sz="2500" dirty="0" smtClean="0">
                <a:latin typeface="Montserrat" pitchFamily="2" charset="0"/>
              </a:rPr>
              <a:t>What is Authentication and Authorization?</a:t>
            </a:r>
            <a:endParaRPr sz="2500">
              <a:latin typeface="Montserrat" pitchFamily="2" charset="0"/>
            </a:endParaRPr>
          </a:p>
        </p:txBody>
      </p:sp>
      <p:cxnSp>
        <p:nvCxnSpPr>
          <p:cNvPr id="1101" name="Google Shape;1101;g34f2cf59cc5_0_58"/>
          <p:cNvCxnSpPr/>
          <p:nvPr/>
        </p:nvCxnSpPr>
        <p:spPr>
          <a:xfrm flipV="1">
            <a:off x="839845" y="1273162"/>
            <a:ext cx="3655955" cy="31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2" name="Google Shape;1102;g34f2cf59cc5_0_58"/>
          <p:cNvSpPr txBox="1"/>
          <p:nvPr/>
        </p:nvSpPr>
        <p:spPr>
          <a:xfrm>
            <a:off x="761400" y="1809750"/>
            <a:ext cx="8382600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800" b="1" dirty="0" smtClean="0">
                <a:latin typeface="Cabin" charset="0"/>
              </a:rPr>
              <a:t>1. Authentication = </a:t>
            </a:r>
            <a:r>
              <a:rPr lang="en-US" sz="1800" b="1" i="1" dirty="0" smtClean="0">
                <a:latin typeface="Cabin" charset="0"/>
              </a:rPr>
              <a:t>"Who are you?"</a:t>
            </a:r>
            <a:endParaRPr lang="en-US" sz="1800" b="1" dirty="0" smtClean="0">
              <a:latin typeface="Cabin" charset="0"/>
            </a:endParaRPr>
          </a:p>
          <a:p>
            <a:r>
              <a:rPr lang="en-US" sz="1800" dirty="0" smtClean="0">
                <a:latin typeface="Cabin" charset="0"/>
              </a:rPr>
              <a:t>It is the process of </a:t>
            </a:r>
            <a:r>
              <a:rPr lang="en-US" sz="1800" b="1" dirty="0" smtClean="0">
                <a:latin typeface="Cabin" charset="0"/>
              </a:rPr>
              <a:t>verifying the identity of the user</a:t>
            </a:r>
            <a:r>
              <a:rPr lang="en-US" sz="1800" dirty="0" smtClean="0">
                <a:latin typeface="Cabin" charset="0"/>
              </a:rPr>
              <a:t>.</a:t>
            </a:r>
          </a:p>
          <a:p>
            <a:endParaRPr lang="en-US" sz="1800" dirty="0" smtClean="0">
              <a:latin typeface="Cabin" charset="0"/>
            </a:endParaRPr>
          </a:p>
          <a:p>
            <a:r>
              <a:rPr lang="en-US" sz="1800" b="1" dirty="0" smtClean="0">
                <a:latin typeface="Cabin" charset="0"/>
              </a:rPr>
              <a:t>Example:</a:t>
            </a:r>
            <a:endParaRPr lang="en-US" sz="1800" dirty="0" smtClean="0">
              <a:latin typeface="Cabin" charset="0"/>
            </a:endParaRPr>
          </a:p>
          <a:p>
            <a:r>
              <a:rPr lang="en-US" sz="1800" dirty="0" smtClean="0">
                <a:latin typeface="Cabin" charset="0"/>
              </a:rPr>
              <a:t>When a user provides an </a:t>
            </a:r>
            <a:r>
              <a:rPr lang="en-US" sz="1800" b="1" dirty="0" smtClean="0">
                <a:latin typeface="Cabin" charset="0"/>
              </a:rPr>
              <a:t>API key</a:t>
            </a:r>
            <a:r>
              <a:rPr lang="en-US" sz="1800" dirty="0" smtClean="0">
                <a:latin typeface="Cabin" charset="0"/>
              </a:rPr>
              <a:t> or </a:t>
            </a:r>
            <a:r>
              <a:rPr lang="en-US" sz="1800" b="1" dirty="0" smtClean="0">
                <a:latin typeface="Cabin" charset="0"/>
              </a:rPr>
              <a:t>token</a:t>
            </a:r>
            <a:r>
              <a:rPr lang="en-US" sz="1800" dirty="0" smtClean="0">
                <a:latin typeface="Cabin" charset="0"/>
              </a:rPr>
              <a:t>, we check if it's valid.</a:t>
            </a:r>
          </a:p>
          <a:p>
            <a:r>
              <a:rPr lang="en-US" sz="1800" dirty="0" smtClean="0">
                <a:latin typeface="Cabin" charset="0"/>
              </a:rPr>
              <a:t>If yes → authenticated.</a:t>
            </a:r>
          </a:p>
          <a:p>
            <a:r>
              <a:rPr lang="en-US" sz="1800" dirty="0" smtClean="0">
                <a:latin typeface="Cabin" charset="0"/>
              </a:rPr>
              <a:t>If no → request is blocked.</a:t>
            </a:r>
            <a:endParaRPr lang="en-US" sz="1800" dirty="0">
              <a:latin typeface="Cabin" charset="0"/>
            </a:endParaRPr>
          </a:p>
        </p:txBody>
      </p:sp>
      <p:pic>
        <p:nvPicPr>
          <p:cNvPr id="24577" name="Picture 1" descr="C:\Users\ASUS VIVOBOOK 14\Pictures\Screenshots\Screenshot (3917)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24600" y="1581150"/>
            <a:ext cx="2216150" cy="138891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93;g34f2cf59cc5_0_58"/>
          <p:cNvGrpSpPr/>
          <p:nvPr/>
        </p:nvGrpSpPr>
        <p:grpSpPr>
          <a:xfrm>
            <a:off x="2908600" y="431102"/>
            <a:ext cx="2836661" cy="381111"/>
            <a:chOff x="2908600" y="431102"/>
            <a:chExt cx="2836661" cy="381111"/>
          </a:xfrm>
        </p:grpSpPr>
        <p:sp>
          <p:nvSpPr>
            <p:cNvPr id="1094" name="Google Shape;1094;g34f2cf59cc5_0_58"/>
            <p:cNvSpPr/>
            <p:nvPr/>
          </p:nvSpPr>
          <p:spPr>
            <a:xfrm>
              <a:off x="4239825" y="431102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g34f2cf59cc5_0_58"/>
            <p:cNvSpPr/>
            <p:nvPr/>
          </p:nvSpPr>
          <p:spPr>
            <a:xfrm>
              <a:off x="2908600" y="747113"/>
              <a:ext cx="65100" cy="65100"/>
            </a:xfrm>
            <a:prstGeom prst="ellipse">
              <a:avLst/>
            </a:pr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sp>
        <p:nvSpPr>
          <p:cNvPr id="1096" name="Google Shape;1096;g34f2cf59cc5_0_58"/>
          <p:cNvSpPr/>
          <p:nvPr/>
        </p:nvSpPr>
        <p:spPr>
          <a:xfrm>
            <a:off x="0" y="4119300"/>
            <a:ext cx="1924500" cy="103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97" name="Google Shape;1097;g34f2cf59cc5_0_58"/>
          <p:cNvSpPr/>
          <p:nvPr/>
        </p:nvSpPr>
        <p:spPr>
          <a:xfrm>
            <a:off x="69750" y="98275"/>
            <a:ext cx="565800" cy="5174100"/>
          </a:xfrm>
          <a:prstGeom prst="rect">
            <a:avLst/>
          </a:prstGeom>
          <a:solidFill>
            <a:srgbClr val="1A30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098" name="Google Shape;1098;g34f2cf59cc5_0_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1381" y="439200"/>
            <a:ext cx="1333701" cy="36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g34f2cf59cc5_0_58"/>
          <p:cNvSpPr txBox="1">
            <a:spLocks noGrp="1"/>
          </p:cNvSpPr>
          <p:nvPr>
            <p:ph type="title" idx="4294967295"/>
          </p:nvPr>
        </p:nvSpPr>
        <p:spPr>
          <a:xfrm>
            <a:off x="761350" y="439200"/>
            <a:ext cx="6048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buSzPts val="3000"/>
            </a:pPr>
            <a:r>
              <a:rPr lang="en-IN" sz="2500" dirty="0" smtClean="0">
                <a:latin typeface="Montserrat" pitchFamily="2" charset="0"/>
              </a:rPr>
              <a:t>1. </a:t>
            </a:r>
            <a:r>
              <a:rPr lang="en-US" sz="2500" dirty="0" smtClean="0">
                <a:latin typeface="Montserrat" pitchFamily="2" charset="0"/>
              </a:rPr>
              <a:t>What is Authentication and Authorization?</a:t>
            </a:r>
            <a:endParaRPr sz="2500">
              <a:latin typeface="Montserrat" pitchFamily="2" charset="0"/>
            </a:endParaRPr>
          </a:p>
        </p:txBody>
      </p:sp>
      <p:cxnSp>
        <p:nvCxnSpPr>
          <p:cNvPr id="1101" name="Google Shape;1101;g34f2cf59cc5_0_58"/>
          <p:cNvCxnSpPr/>
          <p:nvPr/>
        </p:nvCxnSpPr>
        <p:spPr>
          <a:xfrm flipV="1">
            <a:off x="839845" y="1273162"/>
            <a:ext cx="3655955" cy="31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2" name="Google Shape;1102;g34f2cf59cc5_0_58"/>
          <p:cNvSpPr txBox="1"/>
          <p:nvPr/>
        </p:nvSpPr>
        <p:spPr>
          <a:xfrm>
            <a:off x="761400" y="1809750"/>
            <a:ext cx="4877400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800" b="1" dirty="0" smtClean="0">
                <a:latin typeface="Cabin" charset="0"/>
              </a:rPr>
              <a:t>2. Authorization = </a:t>
            </a:r>
            <a:r>
              <a:rPr lang="en-US" sz="1800" b="1" i="1" dirty="0" smtClean="0">
                <a:latin typeface="Cabin" charset="0"/>
              </a:rPr>
              <a:t>"Are you allowed to do this?"</a:t>
            </a:r>
            <a:endParaRPr lang="en-US" sz="1800" b="1" dirty="0" smtClean="0">
              <a:latin typeface="Cabin" charset="0"/>
            </a:endParaRPr>
          </a:p>
          <a:p>
            <a:r>
              <a:rPr lang="en-US" sz="1800" dirty="0" smtClean="0">
                <a:latin typeface="Cabin" charset="0"/>
              </a:rPr>
              <a:t>After verifying the user, authorization determines </a:t>
            </a:r>
            <a:endParaRPr lang="en-US" sz="1800" dirty="0" smtClean="0">
              <a:latin typeface="Cabin" charset="0"/>
            </a:endParaRPr>
          </a:p>
          <a:p>
            <a:r>
              <a:rPr lang="en-US" sz="1800" b="1" dirty="0" smtClean="0">
                <a:latin typeface="Cabin" charset="0"/>
              </a:rPr>
              <a:t>what </a:t>
            </a:r>
            <a:r>
              <a:rPr lang="en-US" sz="1800" b="1" dirty="0" smtClean="0">
                <a:latin typeface="Cabin" charset="0"/>
              </a:rPr>
              <a:t>they can access</a:t>
            </a:r>
            <a:r>
              <a:rPr lang="en-US" sz="1800" dirty="0" smtClean="0">
                <a:latin typeface="Cabin" charset="0"/>
              </a:rPr>
              <a:t>.</a:t>
            </a:r>
          </a:p>
          <a:p>
            <a:endParaRPr lang="en-US" sz="1800" dirty="0" smtClean="0">
              <a:latin typeface="Cabin" charset="0"/>
            </a:endParaRPr>
          </a:p>
          <a:p>
            <a:r>
              <a:rPr lang="en-US" sz="1800" b="1" dirty="0" smtClean="0">
                <a:latin typeface="Cabin" charset="0"/>
              </a:rPr>
              <a:t>Example:</a:t>
            </a:r>
            <a:endParaRPr lang="en-US" sz="1800" dirty="0" smtClean="0">
              <a:latin typeface="Cabin" charset="0"/>
            </a:endParaRPr>
          </a:p>
          <a:p>
            <a:r>
              <a:rPr lang="en-US" sz="1800" dirty="0" smtClean="0">
                <a:latin typeface="Cabin" charset="0"/>
              </a:rPr>
              <a:t>Admin can access /upload and /delete.</a:t>
            </a:r>
          </a:p>
          <a:p>
            <a:r>
              <a:rPr lang="en-US" sz="1800" dirty="0" smtClean="0">
                <a:latin typeface="Cabin" charset="0"/>
              </a:rPr>
              <a:t>Normal user can only access </a:t>
            </a:r>
            <a:r>
              <a:rPr lang="en-US" sz="1800" dirty="0" smtClean="0">
                <a:latin typeface="Cabin" charset="0"/>
              </a:rPr>
              <a:t>/view.</a:t>
            </a:r>
            <a:endParaRPr lang="en-US" sz="1800" dirty="0">
              <a:latin typeface="Cabin" charset="0"/>
            </a:endParaRPr>
          </a:p>
        </p:txBody>
      </p:sp>
      <p:pic>
        <p:nvPicPr>
          <p:cNvPr id="2050" name="Picture 2" descr="C:\Users\ASUS VIVOBOOK 14\Pictures\Screenshots\Screenshot (3919)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62600" y="1504950"/>
            <a:ext cx="3335497" cy="1752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93;g34f2cf59cc5_0_58"/>
          <p:cNvGrpSpPr/>
          <p:nvPr/>
        </p:nvGrpSpPr>
        <p:grpSpPr>
          <a:xfrm>
            <a:off x="2908600" y="431102"/>
            <a:ext cx="2836661" cy="381111"/>
            <a:chOff x="2908600" y="431102"/>
            <a:chExt cx="2836661" cy="381111"/>
          </a:xfrm>
        </p:grpSpPr>
        <p:sp>
          <p:nvSpPr>
            <p:cNvPr id="1094" name="Google Shape;1094;g34f2cf59cc5_0_58"/>
            <p:cNvSpPr/>
            <p:nvPr/>
          </p:nvSpPr>
          <p:spPr>
            <a:xfrm>
              <a:off x="4239825" y="431102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g34f2cf59cc5_0_58"/>
            <p:cNvSpPr/>
            <p:nvPr/>
          </p:nvSpPr>
          <p:spPr>
            <a:xfrm>
              <a:off x="2908600" y="747113"/>
              <a:ext cx="65100" cy="65100"/>
            </a:xfrm>
            <a:prstGeom prst="ellipse">
              <a:avLst/>
            </a:pr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sp>
        <p:nvSpPr>
          <p:cNvPr id="1096" name="Google Shape;1096;g34f2cf59cc5_0_58"/>
          <p:cNvSpPr/>
          <p:nvPr/>
        </p:nvSpPr>
        <p:spPr>
          <a:xfrm>
            <a:off x="0" y="4119300"/>
            <a:ext cx="1924500" cy="103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97" name="Google Shape;1097;g34f2cf59cc5_0_58"/>
          <p:cNvSpPr/>
          <p:nvPr/>
        </p:nvSpPr>
        <p:spPr>
          <a:xfrm>
            <a:off x="0" y="-11550"/>
            <a:ext cx="565800" cy="5174100"/>
          </a:xfrm>
          <a:prstGeom prst="rect">
            <a:avLst/>
          </a:prstGeom>
          <a:solidFill>
            <a:srgbClr val="1A30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098" name="Google Shape;1098;g34f2cf59cc5_0_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1381" y="439200"/>
            <a:ext cx="1333701" cy="36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g34f2cf59cc5_0_58"/>
          <p:cNvSpPr txBox="1">
            <a:spLocks noGrp="1"/>
          </p:cNvSpPr>
          <p:nvPr>
            <p:ph type="title" idx="4294967295"/>
          </p:nvPr>
        </p:nvSpPr>
        <p:spPr>
          <a:xfrm>
            <a:off x="761350" y="439200"/>
            <a:ext cx="6048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buSzPts val="3000"/>
            </a:pPr>
            <a:r>
              <a:rPr lang="en-IN" sz="2500" dirty="0" smtClean="0">
                <a:latin typeface="Montserrat" pitchFamily="2" charset="0"/>
              </a:rPr>
              <a:t>1. </a:t>
            </a:r>
            <a:r>
              <a:rPr lang="en-US" sz="2500" dirty="0" smtClean="0">
                <a:latin typeface="Montserrat" pitchFamily="2" charset="0"/>
              </a:rPr>
              <a:t>What is Authentication and Authorization?</a:t>
            </a:r>
            <a:endParaRPr sz="2500">
              <a:latin typeface="Montserrat" pitchFamily="2" charset="0"/>
            </a:endParaRPr>
          </a:p>
        </p:txBody>
      </p:sp>
      <p:cxnSp>
        <p:nvCxnSpPr>
          <p:cNvPr id="1101" name="Google Shape;1101;g34f2cf59cc5_0_58"/>
          <p:cNvCxnSpPr/>
          <p:nvPr/>
        </p:nvCxnSpPr>
        <p:spPr>
          <a:xfrm flipV="1">
            <a:off x="839845" y="1273162"/>
            <a:ext cx="3655955" cy="31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2" name="Google Shape;1102;g34f2cf59cc5_0_58"/>
          <p:cNvSpPr txBox="1"/>
          <p:nvPr/>
        </p:nvSpPr>
        <p:spPr>
          <a:xfrm>
            <a:off x="761400" y="1809750"/>
            <a:ext cx="8382600" cy="156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800" b="1" dirty="0" smtClean="0">
                <a:latin typeface="Cabin" charset="0"/>
              </a:rPr>
              <a:t>3. Middleware = </a:t>
            </a:r>
            <a:r>
              <a:rPr lang="en-US" sz="1800" b="1" i="1" dirty="0" smtClean="0">
                <a:latin typeface="Cabin" charset="0"/>
              </a:rPr>
              <a:t>Gatekeeper for every request</a:t>
            </a:r>
            <a:endParaRPr lang="en-US" sz="1800" b="1" dirty="0" smtClean="0">
              <a:latin typeface="Cabin" charset="0"/>
            </a:endParaRPr>
          </a:p>
          <a:p>
            <a:r>
              <a:rPr lang="en-US" sz="1800" dirty="0" smtClean="0">
                <a:latin typeface="Cabin" charset="0"/>
              </a:rPr>
              <a:t>Middleware is a piece of code that runs </a:t>
            </a:r>
            <a:r>
              <a:rPr lang="en-US" sz="1800" b="1" dirty="0" smtClean="0">
                <a:latin typeface="Cabin" charset="0"/>
              </a:rPr>
              <a:t>before your route</a:t>
            </a:r>
            <a:r>
              <a:rPr lang="en-US" sz="1800" dirty="0" smtClean="0">
                <a:latin typeface="Cabin" charset="0"/>
              </a:rPr>
              <a:t> and can:</a:t>
            </a:r>
          </a:p>
          <a:p>
            <a:r>
              <a:rPr lang="en-US" sz="1800" dirty="0" smtClean="0">
                <a:latin typeface="Cabin" charset="0"/>
              </a:rPr>
              <a:t>	Check </a:t>
            </a:r>
            <a:r>
              <a:rPr lang="en-US" sz="1800" dirty="0" smtClean="0">
                <a:latin typeface="Cabin" charset="0"/>
              </a:rPr>
              <a:t>for authentication</a:t>
            </a:r>
          </a:p>
          <a:p>
            <a:r>
              <a:rPr lang="en-US" sz="1800" dirty="0" smtClean="0">
                <a:latin typeface="Cabin" charset="0"/>
              </a:rPr>
              <a:t>	Validate </a:t>
            </a:r>
            <a:r>
              <a:rPr lang="en-US" sz="1800" dirty="0" smtClean="0">
                <a:latin typeface="Cabin" charset="0"/>
              </a:rPr>
              <a:t>tokens/API </a:t>
            </a:r>
            <a:r>
              <a:rPr lang="en-US" sz="1800" dirty="0" smtClean="0">
                <a:latin typeface="Cabin" charset="0"/>
              </a:rPr>
              <a:t>keys</a:t>
            </a:r>
            <a:endParaRPr lang="en-US" sz="1800" dirty="0" smtClean="0">
              <a:latin typeface="Cabin" charset="0"/>
            </a:endParaRPr>
          </a:p>
          <a:p>
            <a:r>
              <a:rPr lang="en-US" sz="1800" dirty="0" smtClean="0">
                <a:latin typeface="Cabin" charset="0"/>
              </a:rPr>
              <a:t>	Reject </a:t>
            </a:r>
            <a:r>
              <a:rPr lang="en-US" sz="1800" dirty="0" smtClean="0">
                <a:latin typeface="Cabin" charset="0"/>
              </a:rPr>
              <a:t>unauthorized users</a:t>
            </a:r>
            <a:endParaRPr lang="en-US" sz="1800" dirty="0">
              <a:latin typeface="Cabin" charset="0"/>
            </a:endParaRPr>
          </a:p>
        </p:txBody>
      </p:sp>
      <p:pic>
        <p:nvPicPr>
          <p:cNvPr id="106497" name="Picture 1" descr="C:\Users\ASUS VIVOBOOK 14\Pictures\Screenshots\Screenshot (3920)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66800" y="3649612"/>
            <a:ext cx="3200400" cy="11319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3" name="Google Shape;1093;g34f2cf59cc5_0_58"/>
          <p:cNvGrpSpPr/>
          <p:nvPr/>
        </p:nvGrpSpPr>
        <p:grpSpPr>
          <a:xfrm>
            <a:off x="4343400" y="209550"/>
            <a:ext cx="2836661" cy="381111"/>
            <a:chOff x="2908600" y="431102"/>
            <a:chExt cx="2836661" cy="381111"/>
          </a:xfrm>
        </p:grpSpPr>
        <p:sp>
          <p:nvSpPr>
            <p:cNvPr id="1094" name="Google Shape;1094;g34f2cf59cc5_0_58"/>
            <p:cNvSpPr/>
            <p:nvPr/>
          </p:nvSpPr>
          <p:spPr>
            <a:xfrm>
              <a:off x="4239825" y="431102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g34f2cf59cc5_0_58"/>
            <p:cNvSpPr/>
            <p:nvPr/>
          </p:nvSpPr>
          <p:spPr>
            <a:xfrm>
              <a:off x="2908600" y="747113"/>
              <a:ext cx="65100" cy="65100"/>
            </a:xfrm>
            <a:prstGeom prst="ellipse">
              <a:avLst/>
            </a:pr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sp>
        <p:nvSpPr>
          <p:cNvPr id="1096" name="Google Shape;1096;g34f2cf59cc5_0_58"/>
          <p:cNvSpPr/>
          <p:nvPr/>
        </p:nvSpPr>
        <p:spPr>
          <a:xfrm>
            <a:off x="0" y="4119300"/>
            <a:ext cx="1924500" cy="103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97" name="Google Shape;1097;g34f2cf59cc5_0_58"/>
          <p:cNvSpPr/>
          <p:nvPr/>
        </p:nvSpPr>
        <p:spPr>
          <a:xfrm>
            <a:off x="0" y="-19050"/>
            <a:ext cx="565800" cy="5174100"/>
          </a:xfrm>
          <a:prstGeom prst="rect">
            <a:avLst/>
          </a:prstGeom>
          <a:solidFill>
            <a:srgbClr val="1A30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098" name="Google Shape;1098;g34f2cf59cc5_0_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1381" y="439200"/>
            <a:ext cx="1333701" cy="36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g34f2cf59cc5_0_58"/>
          <p:cNvSpPr txBox="1">
            <a:spLocks noGrp="1"/>
          </p:cNvSpPr>
          <p:nvPr>
            <p:ph type="title" idx="4294967295"/>
          </p:nvPr>
        </p:nvSpPr>
        <p:spPr>
          <a:xfrm>
            <a:off x="608950" y="439200"/>
            <a:ext cx="586805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buSzPts val="3000"/>
            </a:pPr>
            <a:r>
              <a:rPr lang="en-US" sz="2500" dirty="0" smtClean="0">
                <a:latin typeface="Montserrat" pitchFamily="2" charset="0"/>
              </a:rPr>
              <a:t>2. </a:t>
            </a:r>
            <a:r>
              <a:rPr lang="en-US" sz="2500" dirty="0" smtClean="0">
                <a:latin typeface="Montserrat" pitchFamily="2" charset="0"/>
              </a:rPr>
              <a:t>Types of Authentication Methods</a:t>
            </a:r>
            <a:endParaRPr sz="2500">
              <a:latin typeface="Montserrat" pitchFamily="2" charset="0"/>
            </a:endParaRPr>
          </a:p>
        </p:txBody>
      </p:sp>
      <p:cxnSp>
        <p:nvCxnSpPr>
          <p:cNvPr id="1101" name="Google Shape;1101;g34f2cf59cc5_0_58"/>
          <p:cNvCxnSpPr/>
          <p:nvPr/>
        </p:nvCxnSpPr>
        <p:spPr>
          <a:xfrm flipV="1">
            <a:off x="762000" y="1047750"/>
            <a:ext cx="4724400" cy="31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2" name="Google Shape;1102;g34f2cf59cc5_0_58"/>
          <p:cNvSpPr txBox="1"/>
          <p:nvPr/>
        </p:nvSpPr>
        <p:spPr>
          <a:xfrm>
            <a:off x="609000" y="1657350"/>
            <a:ext cx="8535000" cy="10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>
              <a:buAutoNum type="arabicPeriod"/>
            </a:pPr>
            <a:r>
              <a:rPr lang="en-IN" sz="1800" dirty="0" smtClean="0">
                <a:latin typeface="Cabin" charset="0"/>
              </a:rPr>
              <a:t>API </a:t>
            </a:r>
            <a:r>
              <a:rPr lang="en-IN" sz="1800" dirty="0" smtClean="0">
                <a:latin typeface="Cabin" charset="0"/>
              </a:rPr>
              <a:t>Key </a:t>
            </a:r>
            <a:r>
              <a:rPr lang="en-IN" sz="1800" dirty="0" smtClean="0">
                <a:latin typeface="Cabin" charset="0"/>
              </a:rPr>
              <a:t>Authentication</a:t>
            </a:r>
          </a:p>
          <a:p>
            <a:pPr marL="342900" indent="-342900">
              <a:buAutoNum type="arabicPeriod"/>
            </a:pPr>
            <a:r>
              <a:rPr lang="en-US" sz="1800" dirty="0" smtClean="0">
                <a:latin typeface="Cabin" charset="0"/>
              </a:rPr>
              <a:t>JWT (JSON Web Token) </a:t>
            </a:r>
            <a:r>
              <a:rPr lang="en-US" sz="1800" dirty="0" smtClean="0">
                <a:latin typeface="Cabin" charset="0"/>
              </a:rPr>
              <a:t>Authentication</a:t>
            </a:r>
          </a:p>
          <a:p>
            <a:pPr marL="342900" indent="-342900">
              <a:buAutoNum type="arabicPeriod"/>
            </a:pPr>
            <a:r>
              <a:rPr lang="en-IN" sz="1800" dirty="0" err="1" smtClean="0">
                <a:latin typeface="Cabin" charset="0"/>
              </a:rPr>
              <a:t>OAuth</a:t>
            </a:r>
            <a:r>
              <a:rPr lang="en-IN" sz="1800" dirty="0" smtClean="0">
                <a:latin typeface="Cabin" charset="0"/>
              </a:rPr>
              <a:t> 2.0 Authentication</a:t>
            </a:r>
            <a:endParaRPr lang="en-US" sz="1800" dirty="0" smtClean="0">
              <a:latin typeface="Cabin" charset="0"/>
            </a:endParaRPr>
          </a:p>
        </p:txBody>
      </p:sp>
      <p:pic>
        <p:nvPicPr>
          <p:cNvPr id="20481" name="Picture 1" descr="C:\Users\ASUS VIVOBOOK 14\Pictures\Screenshots\Screenshot (3921)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90600" y="2724150"/>
            <a:ext cx="3385707" cy="2209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93;g34f2cf59cc5_0_58"/>
          <p:cNvGrpSpPr/>
          <p:nvPr/>
        </p:nvGrpSpPr>
        <p:grpSpPr>
          <a:xfrm>
            <a:off x="4343400" y="209550"/>
            <a:ext cx="2836661" cy="381111"/>
            <a:chOff x="2908600" y="431102"/>
            <a:chExt cx="2836661" cy="381111"/>
          </a:xfrm>
        </p:grpSpPr>
        <p:sp>
          <p:nvSpPr>
            <p:cNvPr id="1094" name="Google Shape;1094;g34f2cf59cc5_0_58"/>
            <p:cNvSpPr/>
            <p:nvPr/>
          </p:nvSpPr>
          <p:spPr>
            <a:xfrm>
              <a:off x="4239825" y="431102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g34f2cf59cc5_0_58"/>
            <p:cNvSpPr/>
            <p:nvPr/>
          </p:nvSpPr>
          <p:spPr>
            <a:xfrm>
              <a:off x="2908600" y="747113"/>
              <a:ext cx="65100" cy="65100"/>
            </a:xfrm>
            <a:prstGeom prst="ellipse">
              <a:avLst/>
            </a:pr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sp>
        <p:nvSpPr>
          <p:cNvPr id="1096" name="Google Shape;1096;g34f2cf59cc5_0_58"/>
          <p:cNvSpPr/>
          <p:nvPr/>
        </p:nvSpPr>
        <p:spPr>
          <a:xfrm>
            <a:off x="0" y="4119300"/>
            <a:ext cx="1924500" cy="103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97" name="Google Shape;1097;g34f2cf59cc5_0_58"/>
          <p:cNvSpPr/>
          <p:nvPr/>
        </p:nvSpPr>
        <p:spPr>
          <a:xfrm>
            <a:off x="0" y="-19050"/>
            <a:ext cx="565800" cy="5174100"/>
          </a:xfrm>
          <a:prstGeom prst="rect">
            <a:avLst/>
          </a:prstGeom>
          <a:solidFill>
            <a:srgbClr val="1A30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098" name="Google Shape;1098;g34f2cf59cc5_0_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1381" y="439200"/>
            <a:ext cx="1333701" cy="36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g34f2cf59cc5_0_58"/>
          <p:cNvSpPr txBox="1">
            <a:spLocks noGrp="1"/>
          </p:cNvSpPr>
          <p:nvPr>
            <p:ph type="title" idx="4294967295"/>
          </p:nvPr>
        </p:nvSpPr>
        <p:spPr>
          <a:xfrm>
            <a:off x="608950" y="439200"/>
            <a:ext cx="586805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buSzPts val="3000"/>
            </a:pPr>
            <a:r>
              <a:rPr lang="en-US" sz="2500" dirty="0" smtClean="0">
                <a:latin typeface="Montserrat" pitchFamily="2" charset="0"/>
              </a:rPr>
              <a:t>2. </a:t>
            </a:r>
            <a:r>
              <a:rPr lang="en-US" sz="2500" dirty="0" smtClean="0">
                <a:latin typeface="Montserrat" pitchFamily="2" charset="0"/>
              </a:rPr>
              <a:t>Types of Authentication Methods</a:t>
            </a:r>
            <a:endParaRPr sz="2500">
              <a:latin typeface="Montserrat" pitchFamily="2" charset="0"/>
            </a:endParaRPr>
          </a:p>
        </p:txBody>
      </p:sp>
      <p:cxnSp>
        <p:nvCxnSpPr>
          <p:cNvPr id="1101" name="Google Shape;1101;g34f2cf59cc5_0_58"/>
          <p:cNvCxnSpPr/>
          <p:nvPr/>
        </p:nvCxnSpPr>
        <p:spPr>
          <a:xfrm flipV="1">
            <a:off x="762000" y="1047750"/>
            <a:ext cx="4724400" cy="31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2" name="Google Shape;1102;g34f2cf59cc5_0_58"/>
          <p:cNvSpPr txBox="1"/>
          <p:nvPr/>
        </p:nvSpPr>
        <p:spPr>
          <a:xfrm>
            <a:off x="609000" y="1200150"/>
            <a:ext cx="8535000" cy="3785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800" b="1" dirty="0" smtClean="0">
                <a:latin typeface="Cabin" charset="0"/>
              </a:rPr>
              <a:t>1. API </a:t>
            </a:r>
            <a:r>
              <a:rPr lang="en-US" sz="1800" b="1" dirty="0" smtClean="0">
                <a:latin typeface="Cabin" charset="0"/>
              </a:rPr>
              <a:t>Key Authentication </a:t>
            </a:r>
            <a:r>
              <a:rPr lang="en-US" sz="1800" b="1" dirty="0" smtClean="0">
                <a:latin typeface="Cabin" charset="0"/>
              </a:rPr>
              <a:t>:</a:t>
            </a:r>
            <a:endParaRPr lang="en-US" sz="1800" b="1" dirty="0" smtClean="0">
              <a:latin typeface="Cabin" charset="0"/>
            </a:endParaRPr>
          </a:p>
          <a:p>
            <a:r>
              <a:rPr lang="en-US" sz="1800" b="1" dirty="0" smtClean="0">
                <a:latin typeface="Cabin" charset="0"/>
              </a:rPr>
              <a:t>How It Works?</a:t>
            </a:r>
          </a:p>
          <a:p>
            <a:pPr fontAlgn="base"/>
            <a:r>
              <a:rPr lang="en-US" sz="1800" dirty="0" smtClean="0">
                <a:latin typeface="Cabin" charset="0"/>
              </a:rPr>
              <a:t>A </a:t>
            </a:r>
            <a:r>
              <a:rPr lang="en-US" sz="1800" b="1" dirty="0" smtClean="0">
                <a:latin typeface="Cabin" charset="0"/>
              </a:rPr>
              <a:t>unique key</a:t>
            </a:r>
            <a:r>
              <a:rPr lang="en-US" sz="1800" dirty="0" smtClean="0">
                <a:latin typeface="Cabin" charset="0"/>
              </a:rPr>
              <a:t> is generated and assigned to the client (user or app).</a:t>
            </a:r>
          </a:p>
          <a:p>
            <a:pPr fontAlgn="base"/>
            <a:r>
              <a:rPr lang="en-US" sz="1800" dirty="0" smtClean="0">
                <a:latin typeface="Cabin" charset="0"/>
              </a:rPr>
              <a:t>The client sends this API key with </a:t>
            </a:r>
            <a:r>
              <a:rPr lang="en-US" sz="1800" b="1" dirty="0" smtClean="0">
                <a:latin typeface="Cabin" charset="0"/>
              </a:rPr>
              <a:t>each request.</a:t>
            </a:r>
            <a:endParaRPr lang="en-US" sz="1800" dirty="0" smtClean="0">
              <a:latin typeface="Cabin" charset="0"/>
            </a:endParaRPr>
          </a:p>
          <a:p>
            <a:pPr fontAlgn="base"/>
            <a:r>
              <a:rPr lang="en-US" sz="1800" dirty="0" smtClean="0">
                <a:latin typeface="Cabin" charset="0"/>
              </a:rPr>
              <a:t>The server verifies the key and grants access</a:t>
            </a:r>
            <a:r>
              <a:rPr lang="en-US" sz="1800" dirty="0" smtClean="0">
                <a:latin typeface="Cabin" charset="0"/>
              </a:rPr>
              <a:t>.</a:t>
            </a:r>
          </a:p>
          <a:p>
            <a:pPr fontAlgn="base"/>
            <a:endParaRPr lang="en-US" sz="1800" dirty="0" smtClean="0">
              <a:latin typeface="Cabin" charset="0"/>
            </a:endParaRPr>
          </a:p>
          <a:p>
            <a:r>
              <a:rPr lang="en-US" sz="1800" b="1" dirty="0" smtClean="0">
                <a:latin typeface="Cabin" charset="0"/>
              </a:rPr>
              <a:t>Example (Using API Key in Header)</a:t>
            </a:r>
          </a:p>
          <a:p>
            <a:r>
              <a:rPr lang="en-US" sz="1800" dirty="0" smtClean="0">
                <a:latin typeface="Cabin" charset="0"/>
              </a:rPr>
              <a:t>GET /data HTTP/1.1</a:t>
            </a:r>
          </a:p>
          <a:p>
            <a:r>
              <a:rPr lang="en-US" sz="1800" dirty="0" smtClean="0">
                <a:latin typeface="Cabin" charset="0"/>
              </a:rPr>
              <a:t>Host: myapp.com</a:t>
            </a:r>
          </a:p>
          <a:p>
            <a:r>
              <a:rPr lang="en-US" sz="1800" dirty="0" smtClean="0">
                <a:latin typeface="Cabin" charset="0"/>
              </a:rPr>
              <a:t>Authorization: </a:t>
            </a:r>
            <a:r>
              <a:rPr lang="en-US" sz="1800" dirty="0" err="1" smtClean="0">
                <a:latin typeface="Cabin" charset="0"/>
              </a:rPr>
              <a:t>Api</a:t>
            </a:r>
            <a:r>
              <a:rPr lang="en-US" sz="1800" dirty="0" smtClean="0">
                <a:latin typeface="Cabin" charset="0"/>
              </a:rPr>
              <a:t>-Key 123456789abcdef</a:t>
            </a:r>
          </a:p>
          <a:p>
            <a:r>
              <a:rPr lang="en-US" sz="1800" dirty="0" smtClean="0">
                <a:latin typeface="Cabin" charset="0"/>
              </a:rPr>
              <a:t/>
            </a:r>
            <a:br>
              <a:rPr lang="en-US" sz="1800" dirty="0" smtClean="0">
                <a:latin typeface="Cabin" charset="0"/>
              </a:rPr>
            </a:br>
            <a:r>
              <a:rPr lang="en-US" sz="1800" b="1" dirty="0" smtClean="0">
                <a:latin typeface="Cabin" charset="0"/>
              </a:rPr>
              <a:t>Example (Using API Key in Query Parameter - Not Recommended)</a:t>
            </a:r>
          </a:p>
          <a:p>
            <a:r>
              <a:rPr lang="en-US" sz="1800" dirty="0" smtClean="0">
                <a:latin typeface="Cabin" charset="0"/>
              </a:rPr>
              <a:t>GET https://</a:t>
            </a:r>
            <a:r>
              <a:rPr lang="en-US" sz="1800" dirty="0" smtClean="0">
                <a:latin typeface="Cabin" charset="0"/>
              </a:rPr>
              <a:t>example.com/data?api-key=123456789abcdef</a:t>
            </a:r>
            <a:endParaRPr lang="en-US" sz="1800" dirty="0" smtClean="0">
              <a:latin typeface="Cabi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93;g34f2cf59cc5_0_58"/>
          <p:cNvGrpSpPr/>
          <p:nvPr/>
        </p:nvGrpSpPr>
        <p:grpSpPr>
          <a:xfrm>
            <a:off x="4343400" y="209550"/>
            <a:ext cx="2836661" cy="381111"/>
            <a:chOff x="2908600" y="431102"/>
            <a:chExt cx="2836661" cy="381111"/>
          </a:xfrm>
        </p:grpSpPr>
        <p:sp>
          <p:nvSpPr>
            <p:cNvPr id="1094" name="Google Shape;1094;g34f2cf59cc5_0_58"/>
            <p:cNvSpPr/>
            <p:nvPr/>
          </p:nvSpPr>
          <p:spPr>
            <a:xfrm>
              <a:off x="4239825" y="431102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g34f2cf59cc5_0_58"/>
            <p:cNvSpPr/>
            <p:nvPr/>
          </p:nvSpPr>
          <p:spPr>
            <a:xfrm>
              <a:off x="2908600" y="747113"/>
              <a:ext cx="65100" cy="65100"/>
            </a:xfrm>
            <a:prstGeom prst="ellipse">
              <a:avLst/>
            </a:pr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sp>
        <p:nvSpPr>
          <p:cNvPr id="1096" name="Google Shape;1096;g34f2cf59cc5_0_58"/>
          <p:cNvSpPr/>
          <p:nvPr/>
        </p:nvSpPr>
        <p:spPr>
          <a:xfrm>
            <a:off x="0" y="4119300"/>
            <a:ext cx="1924500" cy="103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97" name="Google Shape;1097;g34f2cf59cc5_0_58"/>
          <p:cNvSpPr/>
          <p:nvPr/>
        </p:nvSpPr>
        <p:spPr>
          <a:xfrm>
            <a:off x="0" y="-19050"/>
            <a:ext cx="565800" cy="5174100"/>
          </a:xfrm>
          <a:prstGeom prst="rect">
            <a:avLst/>
          </a:prstGeom>
          <a:solidFill>
            <a:srgbClr val="1A30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098" name="Google Shape;1098;g34f2cf59cc5_0_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1381" y="439200"/>
            <a:ext cx="1333701" cy="36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g34f2cf59cc5_0_58"/>
          <p:cNvSpPr txBox="1">
            <a:spLocks noGrp="1"/>
          </p:cNvSpPr>
          <p:nvPr>
            <p:ph type="title" idx="4294967295"/>
          </p:nvPr>
        </p:nvSpPr>
        <p:spPr>
          <a:xfrm>
            <a:off x="608950" y="439200"/>
            <a:ext cx="586805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buSzPts val="3000"/>
            </a:pPr>
            <a:r>
              <a:rPr lang="en-US" sz="2500" dirty="0" smtClean="0">
                <a:latin typeface="Montserrat" pitchFamily="2" charset="0"/>
              </a:rPr>
              <a:t>2. </a:t>
            </a:r>
            <a:r>
              <a:rPr lang="en-US" sz="2500" dirty="0" smtClean="0">
                <a:latin typeface="Montserrat" pitchFamily="2" charset="0"/>
              </a:rPr>
              <a:t>Types of Authentication Methods</a:t>
            </a:r>
            <a:endParaRPr sz="2500">
              <a:latin typeface="Montserrat" pitchFamily="2" charset="0"/>
            </a:endParaRPr>
          </a:p>
        </p:txBody>
      </p:sp>
      <p:cxnSp>
        <p:nvCxnSpPr>
          <p:cNvPr id="1101" name="Google Shape;1101;g34f2cf59cc5_0_58"/>
          <p:cNvCxnSpPr/>
          <p:nvPr/>
        </p:nvCxnSpPr>
        <p:spPr>
          <a:xfrm flipV="1">
            <a:off x="762000" y="1047750"/>
            <a:ext cx="4724400" cy="31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2" name="Google Shape;1102;g34f2cf59cc5_0_58"/>
          <p:cNvSpPr txBox="1"/>
          <p:nvPr/>
        </p:nvSpPr>
        <p:spPr>
          <a:xfrm>
            <a:off x="609000" y="1200150"/>
            <a:ext cx="85350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800" dirty="0" smtClean="0"/>
              <a:t>News </a:t>
            </a:r>
            <a:r>
              <a:rPr lang="en-US" sz="1800" dirty="0" err="1" smtClean="0"/>
              <a:t>api</a:t>
            </a:r>
            <a:r>
              <a:rPr lang="en-US" sz="1800" dirty="0" smtClean="0"/>
              <a:t> ex- </a:t>
            </a:r>
            <a:endParaRPr lang="en-US" sz="1800" dirty="0" smtClean="0"/>
          </a:p>
        </p:txBody>
      </p:sp>
      <p:pic>
        <p:nvPicPr>
          <p:cNvPr id="90113" name="Picture 1" descr="C:\Users\ASUS VIVOBOOK 14\Pictures\Screenshots\Screenshot (3925)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62000" y="1657350"/>
            <a:ext cx="2057400" cy="2454042"/>
          </a:xfrm>
          <a:prstGeom prst="rect">
            <a:avLst/>
          </a:prstGeom>
          <a:noFill/>
        </p:spPr>
      </p:pic>
      <p:pic>
        <p:nvPicPr>
          <p:cNvPr id="90114" name="Picture 2" descr="C:\Users\ASUS VIVOBOOK 14\Pictures\Screenshots\Screenshot (3924)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048000" y="1352550"/>
            <a:ext cx="4677587" cy="2590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93;g34f2cf59cc5_0_58"/>
          <p:cNvGrpSpPr/>
          <p:nvPr/>
        </p:nvGrpSpPr>
        <p:grpSpPr>
          <a:xfrm>
            <a:off x="4343400" y="209550"/>
            <a:ext cx="2836661" cy="381111"/>
            <a:chOff x="2908600" y="431102"/>
            <a:chExt cx="2836661" cy="381111"/>
          </a:xfrm>
        </p:grpSpPr>
        <p:sp>
          <p:nvSpPr>
            <p:cNvPr id="1094" name="Google Shape;1094;g34f2cf59cc5_0_58"/>
            <p:cNvSpPr/>
            <p:nvPr/>
          </p:nvSpPr>
          <p:spPr>
            <a:xfrm>
              <a:off x="4239825" y="431102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g34f2cf59cc5_0_58"/>
            <p:cNvSpPr/>
            <p:nvPr/>
          </p:nvSpPr>
          <p:spPr>
            <a:xfrm>
              <a:off x="2908600" y="747113"/>
              <a:ext cx="65100" cy="65100"/>
            </a:xfrm>
            <a:prstGeom prst="ellipse">
              <a:avLst/>
            </a:pr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sp>
        <p:nvSpPr>
          <p:cNvPr id="1096" name="Google Shape;1096;g34f2cf59cc5_0_58"/>
          <p:cNvSpPr/>
          <p:nvPr/>
        </p:nvSpPr>
        <p:spPr>
          <a:xfrm>
            <a:off x="0" y="4119300"/>
            <a:ext cx="1924500" cy="103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97" name="Google Shape;1097;g34f2cf59cc5_0_58"/>
          <p:cNvSpPr/>
          <p:nvPr/>
        </p:nvSpPr>
        <p:spPr>
          <a:xfrm>
            <a:off x="0" y="-19050"/>
            <a:ext cx="565800" cy="5174100"/>
          </a:xfrm>
          <a:prstGeom prst="rect">
            <a:avLst/>
          </a:prstGeom>
          <a:solidFill>
            <a:srgbClr val="1A30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098" name="Google Shape;1098;g34f2cf59cc5_0_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1381" y="439200"/>
            <a:ext cx="1333701" cy="36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g34f2cf59cc5_0_58"/>
          <p:cNvSpPr txBox="1">
            <a:spLocks noGrp="1"/>
          </p:cNvSpPr>
          <p:nvPr>
            <p:ph type="title" idx="4294967295"/>
          </p:nvPr>
        </p:nvSpPr>
        <p:spPr>
          <a:xfrm>
            <a:off x="608950" y="439200"/>
            <a:ext cx="586805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buSzPts val="3000"/>
            </a:pPr>
            <a:r>
              <a:rPr lang="en-US" sz="2500" dirty="0" smtClean="0">
                <a:latin typeface="Montserrat" pitchFamily="2" charset="0"/>
              </a:rPr>
              <a:t>2. </a:t>
            </a:r>
            <a:r>
              <a:rPr lang="en-US" sz="2500" dirty="0" smtClean="0">
                <a:latin typeface="Montserrat" pitchFamily="2" charset="0"/>
              </a:rPr>
              <a:t>Types of Authentication Methods</a:t>
            </a:r>
            <a:endParaRPr sz="2500">
              <a:latin typeface="Montserrat" pitchFamily="2" charset="0"/>
            </a:endParaRPr>
          </a:p>
        </p:txBody>
      </p:sp>
      <p:cxnSp>
        <p:nvCxnSpPr>
          <p:cNvPr id="1101" name="Google Shape;1101;g34f2cf59cc5_0_58"/>
          <p:cNvCxnSpPr/>
          <p:nvPr/>
        </p:nvCxnSpPr>
        <p:spPr>
          <a:xfrm flipV="1">
            <a:off x="762000" y="1047750"/>
            <a:ext cx="4724400" cy="31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2" name="Google Shape;1102;g34f2cf59cc5_0_58"/>
          <p:cNvSpPr txBox="1"/>
          <p:nvPr/>
        </p:nvSpPr>
        <p:spPr>
          <a:xfrm>
            <a:off x="609000" y="1657351"/>
            <a:ext cx="8535000" cy="344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800" b="1" dirty="0" smtClean="0">
                <a:latin typeface="Cabin" charset="0"/>
              </a:rPr>
              <a:t>2. JWT </a:t>
            </a:r>
            <a:r>
              <a:rPr lang="en-US" sz="1800" b="1" dirty="0" smtClean="0">
                <a:latin typeface="Cabin" charset="0"/>
              </a:rPr>
              <a:t>(JSON Web Token) </a:t>
            </a:r>
            <a:r>
              <a:rPr lang="en-US" sz="1800" b="1" dirty="0" smtClean="0">
                <a:latin typeface="Cabin" charset="0"/>
              </a:rPr>
              <a:t>Authentication</a:t>
            </a:r>
          </a:p>
          <a:p>
            <a:endParaRPr lang="en-US" sz="1800" b="1" dirty="0" smtClean="0">
              <a:latin typeface="Cabin" charset="0"/>
            </a:endParaRPr>
          </a:p>
          <a:p>
            <a:r>
              <a:rPr lang="en-US" sz="1800" dirty="0" smtClean="0">
                <a:latin typeface="Cabin" charset="0"/>
              </a:rPr>
              <a:t>This token consists of three parts: </a:t>
            </a:r>
            <a:endParaRPr lang="en-US" sz="1800" dirty="0" smtClean="0">
              <a:latin typeface="Cabin" charset="0"/>
            </a:endParaRPr>
          </a:p>
          <a:p>
            <a:r>
              <a:rPr lang="en-US" sz="1800" dirty="0" smtClean="0">
                <a:latin typeface="Cabin" charset="0"/>
              </a:rPr>
              <a:t>1) header</a:t>
            </a:r>
          </a:p>
          <a:p>
            <a:r>
              <a:rPr lang="en-US" sz="1800" dirty="0" smtClean="0">
                <a:latin typeface="Cabin" charset="0"/>
              </a:rPr>
              <a:t>2) payload</a:t>
            </a:r>
          </a:p>
          <a:p>
            <a:r>
              <a:rPr lang="en-US" sz="1800" dirty="0" smtClean="0">
                <a:latin typeface="Cabin" charset="0"/>
              </a:rPr>
              <a:t>3) signature</a:t>
            </a:r>
          </a:p>
          <a:p>
            <a:endParaRPr lang="en-US" sz="1800" b="1" dirty="0" smtClean="0">
              <a:latin typeface="Cabin" charset="0"/>
            </a:endParaRPr>
          </a:p>
          <a:p>
            <a:r>
              <a:rPr lang="en-IN" sz="1800" dirty="0" smtClean="0">
                <a:latin typeface="Cabin" charset="0"/>
              </a:rPr>
              <a:t>A JWT looks like this:</a:t>
            </a:r>
          </a:p>
          <a:p>
            <a:r>
              <a:rPr lang="en-IN" dirty="0" smtClean="0">
                <a:latin typeface="Cabin" charset="0"/>
              </a:rPr>
              <a:t>eyJhbGciOiJIUzI1NiIsInR5cCI6IkpXVCJ9.eyJ1c2VySWQiOiIxMjMiLCJuYW1lIjoiSm9obiBEb2UifQ.s5aZ</a:t>
            </a:r>
          </a:p>
          <a:p>
            <a:r>
              <a:rPr lang="en-IN" sz="1800" dirty="0" smtClean="0">
                <a:latin typeface="Cabin" charset="0"/>
              </a:rPr>
              <a:t/>
            </a:r>
            <a:br>
              <a:rPr lang="en-IN" sz="1800" dirty="0" smtClean="0">
                <a:latin typeface="Cabin" charset="0"/>
              </a:rPr>
            </a:br>
            <a:endParaRPr lang="en-US" sz="1800" b="1" dirty="0" smtClean="0">
              <a:latin typeface="Cabin" charset="0"/>
            </a:endParaRPr>
          </a:p>
          <a:p>
            <a:endParaRPr lang="en-US" sz="1800" dirty="0" smtClean="0">
              <a:latin typeface="Cabi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93;g34f2cf59cc5_0_58"/>
          <p:cNvGrpSpPr/>
          <p:nvPr/>
        </p:nvGrpSpPr>
        <p:grpSpPr>
          <a:xfrm>
            <a:off x="4343400" y="209550"/>
            <a:ext cx="2836661" cy="381111"/>
            <a:chOff x="2908600" y="431102"/>
            <a:chExt cx="2836661" cy="381111"/>
          </a:xfrm>
        </p:grpSpPr>
        <p:sp>
          <p:nvSpPr>
            <p:cNvPr id="1094" name="Google Shape;1094;g34f2cf59cc5_0_58"/>
            <p:cNvSpPr/>
            <p:nvPr/>
          </p:nvSpPr>
          <p:spPr>
            <a:xfrm>
              <a:off x="4239825" y="431102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g34f2cf59cc5_0_58"/>
            <p:cNvSpPr/>
            <p:nvPr/>
          </p:nvSpPr>
          <p:spPr>
            <a:xfrm>
              <a:off x="2908600" y="747113"/>
              <a:ext cx="65100" cy="65100"/>
            </a:xfrm>
            <a:prstGeom prst="ellipse">
              <a:avLst/>
            </a:pr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sp>
        <p:nvSpPr>
          <p:cNvPr id="1096" name="Google Shape;1096;g34f2cf59cc5_0_58"/>
          <p:cNvSpPr/>
          <p:nvPr/>
        </p:nvSpPr>
        <p:spPr>
          <a:xfrm>
            <a:off x="0" y="4119300"/>
            <a:ext cx="1924500" cy="103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97" name="Google Shape;1097;g34f2cf59cc5_0_58"/>
          <p:cNvSpPr/>
          <p:nvPr/>
        </p:nvSpPr>
        <p:spPr>
          <a:xfrm>
            <a:off x="0" y="-19050"/>
            <a:ext cx="565800" cy="5174100"/>
          </a:xfrm>
          <a:prstGeom prst="rect">
            <a:avLst/>
          </a:prstGeom>
          <a:solidFill>
            <a:srgbClr val="1A30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098" name="Google Shape;1098;g34f2cf59cc5_0_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1381" y="439200"/>
            <a:ext cx="1333701" cy="36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g34f2cf59cc5_0_58"/>
          <p:cNvSpPr txBox="1">
            <a:spLocks noGrp="1"/>
          </p:cNvSpPr>
          <p:nvPr>
            <p:ph type="title" idx="4294967295"/>
          </p:nvPr>
        </p:nvSpPr>
        <p:spPr>
          <a:xfrm>
            <a:off x="608950" y="439200"/>
            <a:ext cx="586805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buSzPts val="3000"/>
            </a:pPr>
            <a:r>
              <a:rPr lang="en-US" sz="2500" dirty="0" smtClean="0">
                <a:latin typeface="Montserrat" pitchFamily="2" charset="0"/>
              </a:rPr>
              <a:t>2. </a:t>
            </a:r>
            <a:r>
              <a:rPr lang="en-US" sz="2500" dirty="0" smtClean="0">
                <a:latin typeface="Montserrat" pitchFamily="2" charset="0"/>
              </a:rPr>
              <a:t>Types of Authentication Methods</a:t>
            </a:r>
            <a:endParaRPr sz="2500">
              <a:latin typeface="Montserrat" pitchFamily="2" charset="0"/>
            </a:endParaRPr>
          </a:p>
        </p:txBody>
      </p:sp>
      <p:cxnSp>
        <p:nvCxnSpPr>
          <p:cNvPr id="1101" name="Google Shape;1101;g34f2cf59cc5_0_58"/>
          <p:cNvCxnSpPr/>
          <p:nvPr/>
        </p:nvCxnSpPr>
        <p:spPr>
          <a:xfrm flipV="1">
            <a:off x="762000" y="1047750"/>
            <a:ext cx="4724400" cy="31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2" name="Google Shape;1102;g34f2cf59cc5_0_58"/>
          <p:cNvSpPr txBox="1"/>
          <p:nvPr/>
        </p:nvSpPr>
        <p:spPr>
          <a:xfrm>
            <a:off x="609000" y="1657350"/>
            <a:ext cx="2515200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1800" b="1" dirty="0" smtClean="0">
                <a:latin typeface="Cabin" charset="0"/>
              </a:rPr>
              <a:t>Header (Metadata</a:t>
            </a:r>
            <a:r>
              <a:rPr lang="en-IN" sz="1800" b="1" dirty="0" smtClean="0">
                <a:latin typeface="Cabin" charset="0"/>
              </a:rPr>
              <a:t>)</a:t>
            </a:r>
          </a:p>
          <a:p>
            <a:endParaRPr lang="en-IN" sz="1800" dirty="0" smtClean="0">
              <a:latin typeface="Cabin" charset="0"/>
            </a:endParaRPr>
          </a:p>
          <a:p>
            <a:r>
              <a:rPr lang="en-IN" sz="1800" dirty="0" smtClean="0">
                <a:latin typeface="Cabin" charset="0"/>
              </a:rPr>
              <a:t>{</a:t>
            </a:r>
          </a:p>
          <a:p>
            <a:r>
              <a:rPr lang="en-IN" sz="1800" dirty="0" smtClean="0">
                <a:latin typeface="Cabin" charset="0"/>
              </a:rPr>
              <a:t>  "</a:t>
            </a:r>
            <a:r>
              <a:rPr lang="en-IN" sz="1800" dirty="0" err="1" smtClean="0">
                <a:latin typeface="Cabin" charset="0"/>
              </a:rPr>
              <a:t>alg</a:t>
            </a:r>
            <a:r>
              <a:rPr lang="en-IN" sz="1800" dirty="0" smtClean="0">
                <a:latin typeface="Cabin" charset="0"/>
              </a:rPr>
              <a:t>": "HS256",</a:t>
            </a:r>
          </a:p>
          <a:p>
            <a:r>
              <a:rPr lang="en-IN" sz="1800" dirty="0" smtClean="0">
                <a:latin typeface="Cabin" charset="0"/>
              </a:rPr>
              <a:t>  "</a:t>
            </a:r>
            <a:r>
              <a:rPr lang="en-IN" sz="1800" dirty="0" err="1" smtClean="0">
                <a:latin typeface="Cabin" charset="0"/>
              </a:rPr>
              <a:t>typ</a:t>
            </a:r>
            <a:r>
              <a:rPr lang="en-IN" sz="1800" dirty="0" smtClean="0">
                <a:latin typeface="Cabin" charset="0"/>
              </a:rPr>
              <a:t>": "JWT"</a:t>
            </a:r>
          </a:p>
          <a:p>
            <a:r>
              <a:rPr lang="en-IN" sz="1800" dirty="0" smtClean="0">
                <a:latin typeface="Cabin" charset="0"/>
              </a:rPr>
              <a:t>}</a:t>
            </a:r>
          </a:p>
          <a:p>
            <a:r>
              <a:rPr lang="en-IN" sz="1800" dirty="0" smtClean="0">
                <a:latin typeface="Cabin" charset="0"/>
              </a:rPr>
              <a:t/>
            </a:r>
            <a:br>
              <a:rPr lang="en-IN" sz="1800" dirty="0" smtClean="0">
                <a:latin typeface="Cabin" charset="0"/>
              </a:rPr>
            </a:br>
            <a:endParaRPr lang="en-US" sz="1800" dirty="0" smtClean="0">
              <a:latin typeface="Cabi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93;g34f2cf59cc5_0_58"/>
          <p:cNvGrpSpPr/>
          <p:nvPr/>
        </p:nvGrpSpPr>
        <p:grpSpPr>
          <a:xfrm>
            <a:off x="4343400" y="209550"/>
            <a:ext cx="2836661" cy="381111"/>
            <a:chOff x="2908600" y="431102"/>
            <a:chExt cx="2836661" cy="381111"/>
          </a:xfrm>
        </p:grpSpPr>
        <p:sp>
          <p:nvSpPr>
            <p:cNvPr id="1094" name="Google Shape;1094;g34f2cf59cc5_0_58"/>
            <p:cNvSpPr/>
            <p:nvPr/>
          </p:nvSpPr>
          <p:spPr>
            <a:xfrm>
              <a:off x="4239825" y="431102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g34f2cf59cc5_0_58"/>
            <p:cNvSpPr/>
            <p:nvPr/>
          </p:nvSpPr>
          <p:spPr>
            <a:xfrm>
              <a:off x="2908600" y="747113"/>
              <a:ext cx="65100" cy="65100"/>
            </a:xfrm>
            <a:prstGeom prst="ellipse">
              <a:avLst/>
            </a:pr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sp>
        <p:nvSpPr>
          <p:cNvPr id="1096" name="Google Shape;1096;g34f2cf59cc5_0_58"/>
          <p:cNvSpPr/>
          <p:nvPr/>
        </p:nvSpPr>
        <p:spPr>
          <a:xfrm>
            <a:off x="0" y="4119300"/>
            <a:ext cx="1924500" cy="103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97" name="Google Shape;1097;g34f2cf59cc5_0_58"/>
          <p:cNvSpPr/>
          <p:nvPr/>
        </p:nvSpPr>
        <p:spPr>
          <a:xfrm>
            <a:off x="0" y="-19050"/>
            <a:ext cx="565800" cy="5174100"/>
          </a:xfrm>
          <a:prstGeom prst="rect">
            <a:avLst/>
          </a:prstGeom>
          <a:solidFill>
            <a:srgbClr val="1A30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098" name="Google Shape;1098;g34f2cf59cc5_0_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1381" y="439200"/>
            <a:ext cx="1333701" cy="36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g34f2cf59cc5_0_58"/>
          <p:cNvSpPr txBox="1">
            <a:spLocks noGrp="1"/>
          </p:cNvSpPr>
          <p:nvPr>
            <p:ph type="title" idx="4294967295"/>
          </p:nvPr>
        </p:nvSpPr>
        <p:spPr>
          <a:xfrm>
            <a:off x="608950" y="439200"/>
            <a:ext cx="586805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buSzPts val="3000"/>
            </a:pPr>
            <a:r>
              <a:rPr lang="en-US" sz="2500" dirty="0" smtClean="0">
                <a:latin typeface="Montserrat" pitchFamily="2" charset="0"/>
              </a:rPr>
              <a:t>2. </a:t>
            </a:r>
            <a:r>
              <a:rPr lang="en-US" sz="2500" dirty="0" smtClean="0">
                <a:latin typeface="Montserrat" pitchFamily="2" charset="0"/>
              </a:rPr>
              <a:t>Types of Authentication Methods</a:t>
            </a:r>
            <a:endParaRPr sz="2500">
              <a:latin typeface="Montserrat" pitchFamily="2" charset="0"/>
            </a:endParaRPr>
          </a:p>
        </p:txBody>
      </p:sp>
      <p:cxnSp>
        <p:nvCxnSpPr>
          <p:cNvPr id="1101" name="Google Shape;1101;g34f2cf59cc5_0_58"/>
          <p:cNvCxnSpPr/>
          <p:nvPr/>
        </p:nvCxnSpPr>
        <p:spPr>
          <a:xfrm flipV="1">
            <a:off x="762000" y="1047750"/>
            <a:ext cx="4724400" cy="31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2" name="Google Shape;1102;g34f2cf59cc5_0_58"/>
          <p:cNvSpPr txBox="1"/>
          <p:nvPr/>
        </p:nvSpPr>
        <p:spPr>
          <a:xfrm>
            <a:off x="609000" y="1657350"/>
            <a:ext cx="853500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800" b="1" dirty="0" smtClean="0">
                <a:latin typeface="Cabin" charset="0"/>
              </a:rPr>
              <a:t>Payload </a:t>
            </a:r>
            <a:r>
              <a:rPr lang="en-US" sz="1800" b="1" dirty="0" smtClean="0">
                <a:latin typeface="Cabin" charset="0"/>
              </a:rPr>
              <a:t>(User information)</a:t>
            </a:r>
          </a:p>
          <a:p>
            <a:endParaRPr lang="en-US" sz="1800" dirty="0" smtClean="0">
              <a:latin typeface="Cabin" charset="0"/>
            </a:endParaRPr>
          </a:p>
          <a:p>
            <a:r>
              <a:rPr lang="en-US" sz="1800" dirty="0" smtClean="0">
                <a:latin typeface="Cabin" charset="0"/>
              </a:rPr>
              <a:t>{</a:t>
            </a:r>
          </a:p>
          <a:p>
            <a:r>
              <a:rPr lang="en-US" sz="1800" dirty="0" smtClean="0">
                <a:latin typeface="Cabin" charset="0"/>
              </a:rPr>
              <a:t>  "</a:t>
            </a:r>
            <a:r>
              <a:rPr lang="en-US" sz="1800" dirty="0" smtClean="0">
                <a:latin typeface="Cabin" charset="0"/>
              </a:rPr>
              <a:t>user-id</a:t>
            </a:r>
            <a:r>
              <a:rPr lang="en-US" sz="1800" dirty="0" smtClean="0">
                <a:latin typeface="Cabin" charset="0"/>
              </a:rPr>
              <a:t>": 123,</a:t>
            </a:r>
          </a:p>
          <a:p>
            <a:r>
              <a:rPr lang="en-US" sz="1800" dirty="0" smtClean="0">
                <a:latin typeface="Cabin" charset="0"/>
              </a:rPr>
              <a:t>  "role": "admin",</a:t>
            </a:r>
          </a:p>
          <a:p>
            <a:r>
              <a:rPr lang="en-US" sz="1800" dirty="0" smtClean="0">
                <a:latin typeface="Cabin" charset="0"/>
              </a:rPr>
              <a:t>  "</a:t>
            </a:r>
            <a:r>
              <a:rPr lang="en-US" sz="1800" dirty="0" err="1" smtClean="0">
                <a:latin typeface="Cabin" charset="0"/>
              </a:rPr>
              <a:t>iat</a:t>
            </a:r>
            <a:r>
              <a:rPr lang="en-US" sz="1800" dirty="0" smtClean="0">
                <a:latin typeface="Cabin" charset="0"/>
              </a:rPr>
              <a:t>": 1691855200,  </a:t>
            </a:r>
          </a:p>
          <a:p>
            <a:r>
              <a:rPr lang="en-US" sz="1800" dirty="0" smtClean="0">
                <a:latin typeface="Cabin" charset="0"/>
              </a:rPr>
              <a:t>  "exp": 1691858800</a:t>
            </a:r>
          </a:p>
          <a:p>
            <a:r>
              <a:rPr lang="en-US" sz="1800" dirty="0" smtClean="0">
                <a:latin typeface="Cabin" charset="0"/>
              </a:rPr>
              <a:t>}</a:t>
            </a:r>
          </a:p>
          <a:p>
            <a:r>
              <a:rPr lang="en-US" sz="1800" dirty="0" smtClean="0">
                <a:latin typeface="Cabin" charset="0"/>
              </a:rPr>
              <a:t/>
            </a:r>
            <a:br>
              <a:rPr lang="en-US" sz="1800" dirty="0" smtClean="0">
                <a:latin typeface="Cabin" charset="0"/>
              </a:rPr>
            </a:br>
            <a:endParaRPr lang="en-US" sz="1800" dirty="0" smtClean="0">
              <a:latin typeface="Cabi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93;g34f2cf59cc5_0_58"/>
          <p:cNvGrpSpPr/>
          <p:nvPr/>
        </p:nvGrpSpPr>
        <p:grpSpPr>
          <a:xfrm>
            <a:off x="4343400" y="209550"/>
            <a:ext cx="2836661" cy="381111"/>
            <a:chOff x="2908600" y="431102"/>
            <a:chExt cx="2836661" cy="381111"/>
          </a:xfrm>
        </p:grpSpPr>
        <p:sp>
          <p:nvSpPr>
            <p:cNvPr id="1094" name="Google Shape;1094;g34f2cf59cc5_0_58"/>
            <p:cNvSpPr/>
            <p:nvPr/>
          </p:nvSpPr>
          <p:spPr>
            <a:xfrm>
              <a:off x="4239825" y="431102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g34f2cf59cc5_0_58"/>
            <p:cNvSpPr/>
            <p:nvPr/>
          </p:nvSpPr>
          <p:spPr>
            <a:xfrm>
              <a:off x="2908600" y="747113"/>
              <a:ext cx="65100" cy="65100"/>
            </a:xfrm>
            <a:prstGeom prst="ellipse">
              <a:avLst/>
            </a:pr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sp>
        <p:nvSpPr>
          <p:cNvPr id="1096" name="Google Shape;1096;g34f2cf59cc5_0_58"/>
          <p:cNvSpPr/>
          <p:nvPr/>
        </p:nvSpPr>
        <p:spPr>
          <a:xfrm>
            <a:off x="0" y="4119300"/>
            <a:ext cx="1924500" cy="103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97" name="Google Shape;1097;g34f2cf59cc5_0_58"/>
          <p:cNvSpPr/>
          <p:nvPr/>
        </p:nvSpPr>
        <p:spPr>
          <a:xfrm>
            <a:off x="0" y="-19050"/>
            <a:ext cx="565800" cy="5174100"/>
          </a:xfrm>
          <a:prstGeom prst="rect">
            <a:avLst/>
          </a:prstGeom>
          <a:solidFill>
            <a:srgbClr val="1A30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098" name="Google Shape;1098;g34f2cf59cc5_0_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1381" y="439200"/>
            <a:ext cx="1333701" cy="36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g34f2cf59cc5_0_58"/>
          <p:cNvSpPr txBox="1">
            <a:spLocks noGrp="1"/>
          </p:cNvSpPr>
          <p:nvPr>
            <p:ph type="title" idx="4294967295"/>
          </p:nvPr>
        </p:nvSpPr>
        <p:spPr>
          <a:xfrm>
            <a:off x="608950" y="439200"/>
            <a:ext cx="586805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buSzPts val="3000"/>
            </a:pPr>
            <a:r>
              <a:rPr lang="en-US" sz="2500" dirty="0" smtClean="0">
                <a:latin typeface="Montserrat" pitchFamily="2" charset="0"/>
              </a:rPr>
              <a:t>2. </a:t>
            </a:r>
            <a:r>
              <a:rPr lang="en-US" sz="2500" dirty="0" smtClean="0">
                <a:latin typeface="Montserrat" pitchFamily="2" charset="0"/>
              </a:rPr>
              <a:t>Types of Authentication Methods</a:t>
            </a:r>
            <a:endParaRPr sz="2500">
              <a:latin typeface="Montserrat" pitchFamily="2" charset="0"/>
            </a:endParaRPr>
          </a:p>
        </p:txBody>
      </p:sp>
      <p:cxnSp>
        <p:nvCxnSpPr>
          <p:cNvPr id="1101" name="Google Shape;1101;g34f2cf59cc5_0_58"/>
          <p:cNvCxnSpPr/>
          <p:nvPr/>
        </p:nvCxnSpPr>
        <p:spPr>
          <a:xfrm flipV="1">
            <a:off x="762000" y="1047750"/>
            <a:ext cx="4724400" cy="31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2" name="Google Shape;1102;g34f2cf59cc5_0_58"/>
          <p:cNvSpPr txBox="1"/>
          <p:nvPr/>
        </p:nvSpPr>
        <p:spPr>
          <a:xfrm>
            <a:off x="609000" y="1657350"/>
            <a:ext cx="8535000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1800" b="1" dirty="0" smtClean="0">
                <a:latin typeface="Cabin" charset="0"/>
              </a:rPr>
              <a:t>The Signature Component in </a:t>
            </a:r>
            <a:r>
              <a:rPr lang="en-IN" sz="1800" b="1" dirty="0" smtClean="0">
                <a:latin typeface="Cabin" charset="0"/>
              </a:rPr>
              <a:t>JWT : </a:t>
            </a:r>
          </a:p>
          <a:p>
            <a:endParaRPr lang="en-US" sz="1800" dirty="0" smtClean="0">
              <a:latin typeface="Cabin" charset="0"/>
            </a:endParaRPr>
          </a:p>
          <a:p>
            <a:r>
              <a:rPr lang="en-US" sz="1800" dirty="0" smtClean="0">
                <a:latin typeface="Cabin" charset="0"/>
              </a:rPr>
              <a:t>The </a:t>
            </a:r>
            <a:r>
              <a:rPr lang="en-US" sz="1800" b="1" dirty="0" smtClean="0">
                <a:latin typeface="Cabin" charset="0"/>
              </a:rPr>
              <a:t>signature</a:t>
            </a:r>
            <a:r>
              <a:rPr lang="en-US" sz="1800" dirty="0" smtClean="0">
                <a:latin typeface="Cabin" charset="0"/>
              </a:rPr>
              <a:t> in a JSON Web Token (JWT) ensures </a:t>
            </a:r>
            <a:r>
              <a:rPr lang="en-US" sz="1800" b="1" dirty="0" smtClean="0">
                <a:latin typeface="Cabin" charset="0"/>
              </a:rPr>
              <a:t>data integrity</a:t>
            </a:r>
            <a:r>
              <a:rPr lang="en-US" sz="1800" dirty="0" smtClean="0">
                <a:latin typeface="Cabin" charset="0"/>
              </a:rPr>
              <a:t> and </a:t>
            </a:r>
            <a:r>
              <a:rPr lang="en-US" sz="1800" b="1" dirty="0" smtClean="0">
                <a:latin typeface="Cabin" charset="0"/>
              </a:rPr>
              <a:t>authenticity</a:t>
            </a:r>
            <a:r>
              <a:rPr lang="en-US" sz="1800" dirty="0" smtClean="0">
                <a:latin typeface="Cabin" charset="0"/>
              </a:rPr>
              <a:t>—meaning</a:t>
            </a:r>
            <a:r>
              <a:rPr lang="en-US" sz="1800" dirty="0" smtClean="0">
                <a:latin typeface="Cabin" charset="0"/>
              </a:rPr>
              <a:t>:</a:t>
            </a:r>
          </a:p>
          <a:p>
            <a:endParaRPr lang="en-US" sz="1800" dirty="0" smtClean="0">
              <a:latin typeface="Cabin" charset="0"/>
            </a:endParaRPr>
          </a:p>
          <a:p>
            <a:pPr fontAlgn="base">
              <a:buFont typeface="Arial" pitchFamily="34" charset="0"/>
              <a:buChar char="•"/>
            </a:pPr>
            <a:r>
              <a:rPr lang="en-US" sz="1800" dirty="0" smtClean="0">
                <a:latin typeface="Cabin" charset="0"/>
              </a:rPr>
              <a:t> The </a:t>
            </a:r>
            <a:r>
              <a:rPr lang="en-US" sz="1800" dirty="0" smtClean="0">
                <a:latin typeface="Cabin" charset="0"/>
              </a:rPr>
              <a:t>token </a:t>
            </a:r>
            <a:r>
              <a:rPr lang="en-US" sz="1800" b="1" dirty="0" smtClean="0">
                <a:latin typeface="Cabin" charset="0"/>
              </a:rPr>
              <a:t>has not been tampered/changed with</a:t>
            </a:r>
            <a:r>
              <a:rPr lang="en-US" sz="1800" dirty="0" smtClean="0">
                <a:latin typeface="Cabin" charset="0"/>
              </a:rPr>
              <a:t> after it was created.</a:t>
            </a:r>
          </a:p>
          <a:p>
            <a:pPr>
              <a:buFont typeface="Arial" pitchFamily="34" charset="0"/>
              <a:buChar char="•"/>
            </a:pPr>
            <a:r>
              <a:rPr lang="en-US" sz="1800" dirty="0" smtClean="0">
                <a:latin typeface="Cabin" charset="0"/>
              </a:rPr>
              <a:t> The </a:t>
            </a:r>
            <a:r>
              <a:rPr lang="en-US" sz="1800" dirty="0" smtClean="0">
                <a:latin typeface="Cabin" charset="0"/>
              </a:rPr>
              <a:t>token was </a:t>
            </a:r>
            <a:r>
              <a:rPr lang="en-US" sz="1800" b="1" dirty="0" smtClean="0">
                <a:latin typeface="Cabin" charset="0"/>
              </a:rPr>
              <a:t>issued by a trusted source</a:t>
            </a:r>
            <a:r>
              <a:rPr lang="en-US" sz="1800" dirty="0" smtClean="0">
                <a:latin typeface="Cabin" charset="0"/>
              </a:rPr>
              <a:t> (i.e., a server that holds the secret signing key).</a:t>
            </a:r>
            <a:endParaRPr lang="en-US" sz="1800" dirty="0" smtClean="0">
              <a:latin typeface="Cabi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93;g34f2cf59cc5_0_58"/>
          <p:cNvGrpSpPr/>
          <p:nvPr/>
        </p:nvGrpSpPr>
        <p:grpSpPr>
          <a:xfrm>
            <a:off x="4343400" y="209550"/>
            <a:ext cx="2836661" cy="381111"/>
            <a:chOff x="2908600" y="431102"/>
            <a:chExt cx="2836661" cy="381111"/>
          </a:xfrm>
        </p:grpSpPr>
        <p:sp>
          <p:nvSpPr>
            <p:cNvPr id="1094" name="Google Shape;1094;g34f2cf59cc5_0_58"/>
            <p:cNvSpPr/>
            <p:nvPr/>
          </p:nvSpPr>
          <p:spPr>
            <a:xfrm>
              <a:off x="4239825" y="431102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g34f2cf59cc5_0_58"/>
            <p:cNvSpPr/>
            <p:nvPr/>
          </p:nvSpPr>
          <p:spPr>
            <a:xfrm>
              <a:off x="2908600" y="747113"/>
              <a:ext cx="65100" cy="65100"/>
            </a:xfrm>
            <a:prstGeom prst="ellipse">
              <a:avLst/>
            </a:pr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sp>
        <p:nvSpPr>
          <p:cNvPr id="1096" name="Google Shape;1096;g34f2cf59cc5_0_58"/>
          <p:cNvSpPr/>
          <p:nvPr/>
        </p:nvSpPr>
        <p:spPr>
          <a:xfrm>
            <a:off x="0" y="4119300"/>
            <a:ext cx="1924500" cy="103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97" name="Google Shape;1097;g34f2cf59cc5_0_58"/>
          <p:cNvSpPr/>
          <p:nvPr/>
        </p:nvSpPr>
        <p:spPr>
          <a:xfrm>
            <a:off x="0" y="-19050"/>
            <a:ext cx="565800" cy="5174100"/>
          </a:xfrm>
          <a:prstGeom prst="rect">
            <a:avLst/>
          </a:prstGeom>
          <a:solidFill>
            <a:srgbClr val="1A30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098" name="Google Shape;1098;g34f2cf59cc5_0_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1381" y="439200"/>
            <a:ext cx="1333701" cy="36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g34f2cf59cc5_0_58"/>
          <p:cNvSpPr txBox="1">
            <a:spLocks noGrp="1"/>
          </p:cNvSpPr>
          <p:nvPr>
            <p:ph type="title" idx="4294967295"/>
          </p:nvPr>
        </p:nvSpPr>
        <p:spPr>
          <a:xfrm>
            <a:off x="608950" y="439200"/>
            <a:ext cx="586805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buSzPts val="3000"/>
            </a:pPr>
            <a:r>
              <a:rPr lang="en-US" sz="2500" dirty="0" smtClean="0">
                <a:latin typeface="Montserrat" pitchFamily="2" charset="0"/>
              </a:rPr>
              <a:t>2. </a:t>
            </a:r>
            <a:r>
              <a:rPr lang="en-US" sz="2500" dirty="0" smtClean="0">
                <a:latin typeface="Montserrat" pitchFamily="2" charset="0"/>
              </a:rPr>
              <a:t>Types of Authentication Methods</a:t>
            </a:r>
            <a:endParaRPr sz="2500">
              <a:latin typeface="Montserrat" pitchFamily="2" charset="0"/>
            </a:endParaRPr>
          </a:p>
        </p:txBody>
      </p:sp>
      <p:cxnSp>
        <p:nvCxnSpPr>
          <p:cNvPr id="1101" name="Google Shape;1101;g34f2cf59cc5_0_58"/>
          <p:cNvCxnSpPr/>
          <p:nvPr/>
        </p:nvCxnSpPr>
        <p:spPr>
          <a:xfrm flipV="1">
            <a:off x="762000" y="1047750"/>
            <a:ext cx="4724400" cy="31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2" name="Google Shape;1102;g34f2cf59cc5_0_58"/>
          <p:cNvSpPr txBox="1"/>
          <p:nvPr/>
        </p:nvSpPr>
        <p:spPr>
          <a:xfrm>
            <a:off x="609000" y="1657350"/>
            <a:ext cx="5334600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1800" b="1" dirty="0" smtClean="0">
                <a:latin typeface="Cabin" charset="0"/>
              </a:rPr>
              <a:t>3. </a:t>
            </a:r>
            <a:r>
              <a:rPr lang="en-IN" sz="1800" b="1" dirty="0" err="1" smtClean="0">
                <a:latin typeface="Cabin" charset="0"/>
              </a:rPr>
              <a:t>OAuth</a:t>
            </a:r>
            <a:r>
              <a:rPr lang="en-IN" sz="1800" b="1" dirty="0" smtClean="0">
                <a:latin typeface="Cabin" charset="0"/>
              </a:rPr>
              <a:t> </a:t>
            </a:r>
            <a:r>
              <a:rPr lang="en-IN" sz="1800" b="1" dirty="0" smtClean="0">
                <a:latin typeface="Cabin" charset="0"/>
              </a:rPr>
              <a:t>2.0 </a:t>
            </a:r>
            <a:r>
              <a:rPr lang="en-IN" sz="1800" b="1" dirty="0" smtClean="0">
                <a:latin typeface="Cabin" charset="0"/>
              </a:rPr>
              <a:t>Authentication</a:t>
            </a:r>
          </a:p>
          <a:p>
            <a:endParaRPr lang="en-IN" sz="1800" b="1" dirty="0" smtClean="0">
              <a:latin typeface="Cabin" charset="0"/>
            </a:endParaRPr>
          </a:p>
          <a:p>
            <a:r>
              <a:rPr lang="en-US" sz="1800" b="1" dirty="0" smtClean="0">
                <a:latin typeface="Cabin" charset="0"/>
              </a:rPr>
              <a:t>How It Works?</a:t>
            </a:r>
          </a:p>
          <a:p>
            <a:pPr fontAlgn="base">
              <a:buFont typeface="Arial" pitchFamily="34" charset="0"/>
              <a:buChar char="•"/>
            </a:pPr>
            <a:r>
              <a:rPr lang="en-US" sz="1800" dirty="0" err="1" smtClean="0">
                <a:latin typeface="Cabin" charset="0"/>
              </a:rPr>
              <a:t>OAuth</a:t>
            </a:r>
            <a:r>
              <a:rPr lang="en-US" sz="1800" dirty="0" smtClean="0">
                <a:latin typeface="Cabin" charset="0"/>
              </a:rPr>
              <a:t> </a:t>
            </a:r>
            <a:r>
              <a:rPr lang="en-US" sz="1800" dirty="0" smtClean="0">
                <a:latin typeface="Cabin" charset="0"/>
              </a:rPr>
              <a:t>2.0 is an authorization framework that </a:t>
            </a:r>
            <a:r>
              <a:rPr lang="en-US" sz="1800" dirty="0" smtClean="0">
                <a:latin typeface="Cabin" charset="0"/>
              </a:rPr>
              <a:t>allows     access </a:t>
            </a:r>
            <a:r>
              <a:rPr lang="en-US" sz="1800" b="1" dirty="0" smtClean="0">
                <a:latin typeface="Cabin" charset="0"/>
              </a:rPr>
              <a:t>without </a:t>
            </a:r>
            <a:r>
              <a:rPr lang="en-US" sz="1800" b="1" dirty="0" smtClean="0">
                <a:latin typeface="Cabin" charset="0"/>
              </a:rPr>
              <a:t>sharing credentials</a:t>
            </a:r>
            <a:r>
              <a:rPr lang="en-US" sz="1800" dirty="0" smtClean="0">
                <a:latin typeface="Cabin" charset="0"/>
              </a:rPr>
              <a:t>.</a:t>
            </a:r>
          </a:p>
          <a:p>
            <a:pPr fontAlgn="base">
              <a:buFont typeface="Arial" pitchFamily="34" charset="0"/>
              <a:buChar char="•"/>
            </a:pPr>
            <a:r>
              <a:rPr lang="en-US" sz="1800" dirty="0" smtClean="0">
                <a:latin typeface="Cabin" charset="0"/>
              </a:rPr>
              <a:t>It </a:t>
            </a:r>
            <a:r>
              <a:rPr lang="en-US" sz="1800" dirty="0" smtClean="0">
                <a:latin typeface="Cabin" charset="0"/>
              </a:rPr>
              <a:t>is a token based authentication system.</a:t>
            </a:r>
          </a:p>
          <a:p>
            <a:pPr fontAlgn="base">
              <a:buFont typeface="Arial" pitchFamily="34" charset="0"/>
              <a:buChar char="•"/>
            </a:pPr>
            <a:r>
              <a:rPr lang="en-US" sz="1800" dirty="0" smtClean="0">
                <a:latin typeface="Cabin" charset="0"/>
              </a:rPr>
              <a:t>It </a:t>
            </a:r>
            <a:r>
              <a:rPr lang="en-US" sz="1800" dirty="0" smtClean="0">
                <a:latin typeface="Cabin" charset="0"/>
              </a:rPr>
              <a:t>issues an </a:t>
            </a:r>
            <a:r>
              <a:rPr lang="en-US" sz="1800" b="1" dirty="0" smtClean="0">
                <a:latin typeface="Cabin" charset="0"/>
              </a:rPr>
              <a:t>Access Token</a:t>
            </a:r>
            <a:r>
              <a:rPr lang="en-US" sz="1800" dirty="0" smtClean="0">
                <a:latin typeface="Cabin" charset="0"/>
              </a:rPr>
              <a:t> instead of a password.</a:t>
            </a:r>
          </a:p>
          <a:p>
            <a:pPr>
              <a:buFont typeface="Arial" pitchFamily="34" charset="0"/>
              <a:buChar char="•"/>
            </a:pPr>
            <a:r>
              <a:rPr lang="en-US" sz="1800" dirty="0" smtClean="0">
                <a:latin typeface="Cabin" charset="0"/>
              </a:rPr>
              <a:t>Tokens </a:t>
            </a:r>
            <a:r>
              <a:rPr lang="en-US" sz="1800" dirty="0" smtClean="0">
                <a:latin typeface="Cabin" charset="0"/>
              </a:rPr>
              <a:t>have an </a:t>
            </a:r>
            <a:r>
              <a:rPr lang="en-US" sz="1800" b="1" dirty="0" smtClean="0">
                <a:latin typeface="Cabin" charset="0"/>
              </a:rPr>
              <a:t>expiry time</a:t>
            </a:r>
            <a:r>
              <a:rPr lang="en-US" sz="1800" dirty="0" smtClean="0">
                <a:latin typeface="Cabin" charset="0"/>
              </a:rPr>
              <a:t> for better security.</a:t>
            </a:r>
            <a:endParaRPr lang="en-US" sz="1800" dirty="0" smtClean="0">
              <a:latin typeface="Cabin" charset="0"/>
            </a:endParaRPr>
          </a:p>
        </p:txBody>
      </p:sp>
      <p:pic>
        <p:nvPicPr>
          <p:cNvPr id="94209" name="Picture 1" descr="C:\Users\ASUS VIVOBOOK 14\Pictures\Screenshots\Screenshot (3922)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867400" y="971550"/>
            <a:ext cx="2743200" cy="283199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93;g34f2cf59cc5_0_58"/>
          <p:cNvGrpSpPr/>
          <p:nvPr/>
        </p:nvGrpSpPr>
        <p:grpSpPr>
          <a:xfrm>
            <a:off x="4343400" y="209550"/>
            <a:ext cx="2836661" cy="381111"/>
            <a:chOff x="2908600" y="431102"/>
            <a:chExt cx="2836661" cy="381111"/>
          </a:xfrm>
        </p:grpSpPr>
        <p:sp>
          <p:nvSpPr>
            <p:cNvPr id="1094" name="Google Shape;1094;g34f2cf59cc5_0_58"/>
            <p:cNvSpPr/>
            <p:nvPr/>
          </p:nvSpPr>
          <p:spPr>
            <a:xfrm>
              <a:off x="4239825" y="431102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g34f2cf59cc5_0_58"/>
            <p:cNvSpPr/>
            <p:nvPr/>
          </p:nvSpPr>
          <p:spPr>
            <a:xfrm>
              <a:off x="2908600" y="747113"/>
              <a:ext cx="65100" cy="65100"/>
            </a:xfrm>
            <a:prstGeom prst="ellipse">
              <a:avLst/>
            </a:pr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sp>
        <p:nvSpPr>
          <p:cNvPr id="1096" name="Google Shape;1096;g34f2cf59cc5_0_58"/>
          <p:cNvSpPr/>
          <p:nvPr/>
        </p:nvSpPr>
        <p:spPr>
          <a:xfrm>
            <a:off x="0" y="4104000"/>
            <a:ext cx="1924500" cy="103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97" name="Google Shape;1097;g34f2cf59cc5_0_58"/>
          <p:cNvSpPr/>
          <p:nvPr/>
        </p:nvSpPr>
        <p:spPr>
          <a:xfrm>
            <a:off x="0" y="-19050"/>
            <a:ext cx="565800" cy="5174100"/>
          </a:xfrm>
          <a:prstGeom prst="rect">
            <a:avLst/>
          </a:prstGeom>
          <a:solidFill>
            <a:srgbClr val="1A30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098" name="Google Shape;1098;g34f2cf59cc5_0_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1381" y="439200"/>
            <a:ext cx="1333701" cy="36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g34f2cf59cc5_0_58"/>
          <p:cNvSpPr txBox="1">
            <a:spLocks noGrp="1"/>
          </p:cNvSpPr>
          <p:nvPr>
            <p:ph type="title" idx="4294967295"/>
          </p:nvPr>
        </p:nvSpPr>
        <p:spPr>
          <a:xfrm>
            <a:off x="608950" y="439200"/>
            <a:ext cx="586805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buSzPts val="3000"/>
            </a:pPr>
            <a:r>
              <a:rPr lang="en-US" sz="2500" dirty="0" smtClean="0">
                <a:latin typeface="Montserrat" pitchFamily="2" charset="0"/>
              </a:rPr>
              <a:t>2. </a:t>
            </a:r>
            <a:r>
              <a:rPr lang="en-US" sz="2500" dirty="0" smtClean="0">
                <a:latin typeface="Montserrat" pitchFamily="2" charset="0"/>
              </a:rPr>
              <a:t>Types of Authentication Methods</a:t>
            </a:r>
            <a:endParaRPr sz="2500">
              <a:latin typeface="Montserrat" pitchFamily="2" charset="0"/>
            </a:endParaRPr>
          </a:p>
        </p:txBody>
      </p:sp>
      <p:cxnSp>
        <p:nvCxnSpPr>
          <p:cNvPr id="1101" name="Google Shape;1101;g34f2cf59cc5_0_58"/>
          <p:cNvCxnSpPr/>
          <p:nvPr/>
        </p:nvCxnSpPr>
        <p:spPr>
          <a:xfrm flipV="1">
            <a:off x="762000" y="1047750"/>
            <a:ext cx="4724400" cy="31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2" name="Google Shape;1102;g34f2cf59cc5_0_58"/>
          <p:cNvSpPr txBox="1"/>
          <p:nvPr/>
        </p:nvSpPr>
        <p:spPr>
          <a:xfrm>
            <a:off x="609000" y="1657350"/>
            <a:ext cx="54870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800" b="1" dirty="0" smtClean="0">
                <a:latin typeface="Cabin" charset="0"/>
              </a:rPr>
              <a:t>Steps </a:t>
            </a:r>
            <a:r>
              <a:rPr lang="en-US" sz="1800" b="1" dirty="0" smtClean="0">
                <a:latin typeface="Cabin" charset="0"/>
              </a:rPr>
              <a:t>Involved:</a:t>
            </a:r>
          </a:p>
          <a:p>
            <a:endParaRPr lang="en-US" sz="1800" b="1" dirty="0" smtClean="0">
              <a:latin typeface="Cabin" charset="0"/>
            </a:endParaRPr>
          </a:p>
          <a:p>
            <a:r>
              <a:rPr lang="en-US" sz="1800" dirty="0" smtClean="0">
                <a:latin typeface="Cabin" charset="0"/>
              </a:rPr>
              <a:t>1. User </a:t>
            </a:r>
            <a:r>
              <a:rPr lang="en-US" sz="1800" dirty="0" smtClean="0">
                <a:latin typeface="Cabin" charset="0"/>
              </a:rPr>
              <a:t>logs in → API sends </a:t>
            </a:r>
            <a:r>
              <a:rPr lang="en-US" sz="1800" b="1" dirty="0" smtClean="0">
                <a:latin typeface="Cabin" charset="0"/>
              </a:rPr>
              <a:t>Authorization Code</a:t>
            </a:r>
            <a:r>
              <a:rPr lang="en-US" sz="1800" dirty="0" smtClean="0">
                <a:latin typeface="Cabin" charset="0"/>
              </a:rPr>
              <a:t>.</a:t>
            </a:r>
            <a:br>
              <a:rPr lang="en-US" sz="1800" dirty="0" smtClean="0">
                <a:latin typeface="Cabin" charset="0"/>
              </a:rPr>
            </a:br>
            <a:r>
              <a:rPr lang="en-US" sz="1800" dirty="0" smtClean="0">
                <a:latin typeface="Cabin" charset="0"/>
              </a:rPr>
              <a:t>2. The </a:t>
            </a:r>
            <a:r>
              <a:rPr lang="en-US" sz="1800" dirty="0" smtClean="0">
                <a:latin typeface="Cabin" charset="0"/>
              </a:rPr>
              <a:t>app </a:t>
            </a:r>
            <a:r>
              <a:rPr lang="en-US" sz="1800" b="1" dirty="0" smtClean="0">
                <a:latin typeface="Cabin" charset="0"/>
              </a:rPr>
              <a:t>exchanges this code</a:t>
            </a:r>
            <a:r>
              <a:rPr lang="en-US" sz="1800" dirty="0" smtClean="0">
                <a:latin typeface="Cabin" charset="0"/>
              </a:rPr>
              <a:t> for an </a:t>
            </a:r>
            <a:r>
              <a:rPr lang="en-US" sz="1800" b="1" dirty="0" smtClean="0">
                <a:latin typeface="Cabin" charset="0"/>
              </a:rPr>
              <a:t>Access Token</a:t>
            </a:r>
            <a:r>
              <a:rPr lang="en-US" sz="1800" dirty="0" smtClean="0">
                <a:latin typeface="Cabin" charset="0"/>
              </a:rPr>
              <a:t>.</a:t>
            </a:r>
            <a:br>
              <a:rPr lang="en-US" sz="1800" dirty="0" smtClean="0">
                <a:latin typeface="Cabin" charset="0"/>
              </a:rPr>
            </a:br>
            <a:r>
              <a:rPr lang="en-US" sz="1800" dirty="0" smtClean="0">
                <a:latin typeface="Cabin" charset="0"/>
              </a:rPr>
              <a:t>3. The </a:t>
            </a:r>
            <a:r>
              <a:rPr lang="en-US" sz="1800" dirty="0" smtClean="0">
                <a:latin typeface="Cabin" charset="0"/>
              </a:rPr>
              <a:t>client includes the </a:t>
            </a:r>
            <a:r>
              <a:rPr lang="en-US" sz="1800" b="1" dirty="0" smtClean="0">
                <a:latin typeface="Cabin" charset="0"/>
              </a:rPr>
              <a:t>Access Token</a:t>
            </a:r>
            <a:r>
              <a:rPr lang="en-US" sz="1800" dirty="0" smtClean="0">
                <a:latin typeface="Cabin" charset="0"/>
              </a:rPr>
              <a:t> in API requests.</a:t>
            </a:r>
            <a:br>
              <a:rPr lang="en-US" sz="1800" dirty="0" smtClean="0">
                <a:latin typeface="Cabin" charset="0"/>
              </a:rPr>
            </a:br>
            <a:r>
              <a:rPr lang="en-US" sz="1800" dirty="0" smtClean="0">
                <a:latin typeface="Cabin" charset="0"/>
              </a:rPr>
              <a:t>4. API </a:t>
            </a:r>
            <a:r>
              <a:rPr lang="en-US" sz="1800" dirty="0" smtClean="0">
                <a:latin typeface="Cabin" charset="0"/>
              </a:rPr>
              <a:t>verifies the token and grants access.</a:t>
            </a:r>
            <a:endParaRPr lang="en-US" sz="1800" dirty="0" smtClean="0">
              <a:latin typeface="Cabin" charset="0"/>
            </a:endParaRPr>
          </a:p>
        </p:txBody>
      </p:sp>
      <p:pic>
        <p:nvPicPr>
          <p:cNvPr id="11" name="Picture 1" descr="C:\Users\ASUS VIVOBOOK 14\Pictures\Screenshots\Screenshot (3922)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96000" y="971550"/>
            <a:ext cx="2743200" cy="283199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93;g34f2cf59cc5_0_58"/>
          <p:cNvGrpSpPr/>
          <p:nvPr/>
        </p:nvGrpSpPr>
        <p:grpSpPr>
          <a:xfrm>
            <a:off x="4343400" y="209550"/>
            <a:ext cx="2836661" cy="381111"/>
            <a:chOff x="2908600" y="431102"/>
            <a:chExt cx="2836661" cy="381111"/>
          </a:xfrm>
        </p:grpSpPr>
        <p:sp>
          <p:nvSpPr>
            <p:cNvPr id="1094" name="Google Shape;1094;g34f2cf59cc5_0_58"/>
            <p:cNvSpPr/>
            <p:nvPr/>
          </p:nvSpPr>
          <p:spPr>
            <a:xfrm>
              <a:off x="4239825" y="431102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g34f2cf59cc5_0_58"/>
            <p:cNvSpPr/>
            <p:nvPr/>
          </p:nvSpPr>
          <p:spPr>
            <a:xfrm>
              <a:off x="2908600" y="747113"/>
              <a:ext cx="65100" cy="65100"/>
            </a:xfrm>
            <a:prstGeom prst="ellipse">
              <a:avLst/>
            </a:pr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sp>
        <p:nvSpPr>
          <p:cNvPr id="1096" name="Google Shape;1096;g34f2cf59cc5_0_58"/>
          <p:cNvSpPr/>
          <p:nvPr/>
        </p:nvSpPr>
        <p:spPr>
          <a:xfrm>
            <a:off x="0" y="4119300"/>
            <a:ext cx="1924500" cy="103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97" name="Google Shape;1097;g34f2cf59cc5_0_58"/>
          <p:cNvSpPr/>
          <p:nvPr/>
        </p:nvSpPr>
        <p:spPr>
          <a:xfrm>
            <a:off x="69750" y="98275"/>
            <a:ext cx="565800" cy="5174100"/>
          </a:xfrm>
          <a:prstGeom prst="rect">
            <a:avLst/>
          </a:prstGeom>
          <a:solidFill>
            <a:srgbClr val="1A30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098" name="Google Shape;1098;g34f2cf59cc5_0_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1381" y="439200"/>
            <a:ext cx="1333701" cy="36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g34f2cf59cc5_0_58"/>
          <p:cNvSpPr txBox="1">
            <a:spLocks noGrp="1"/>
          </p:cNvSpPr>
          <p:nvPr>
            <p:ph type="title" idx="4294967295"/>
          </p:nvPr>
        </p:nvSpPr>
        <p:spPr>
          <a:xfrm>
            <a:off x="762000" y="666750"/>
            <a:ext cx="63246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buSzPts val="3000"/>
            </a:pPr>
            <a:r>
              <a:rPr lang="en-US" sz="2500" dirty="0" smtClean="0">
                <a:latin typeface="Montserrat" pitchFamily="2" charset="0"/>
              </a:rPr>
              <a:t>3. </a:t>
            </a:r>
            <a:r>
              <a:rPr lang="en-US" sz="2500" dirty="0" smtClean="0">
                <a:latin typeface="Montserrat" pitchFamily="2" charset="0"/>
              </a:rPr>
              <a:t>Comparing API Key </a:t>
            </a:r>
            <a:r>
              <a:rPr lang="en-US" sz="2500" dirty="0" err="1" smtClean="0">
                <a:latin typeface="Montserrat" pitchFamily="2" charset="0"/>
              </a:rPr>
              <a:t>vs</a:t>
            </a:r>
            <a:r>
              <a:rPr lang="en-US" sz="2500" dirty="0" smtClean="0">
                <a:latin typeface="Montserrat" pitchFamily="2" charset="0"/>
              </a:rPr>
              <a:t> JWT </a:t>
            </a:r>
            <a:r>
              <a:rPr lang="en-US" sz="2500" dirty="0" err="1" smtClean="0">
                <a:latin typeface="Montserrat" pitchFamily="2" charset="0"/>
              </a:rPr>
              <a:t>vs</a:t>
            </a:r>
            <a:r>
              <a:rPr lang="en-US" sz="2500" dirty="0" smtClean="0">
                <a:latin typeface="Montserrat" pitchFamily="2" charset="0"/>
              </a:rPr>
              <a:t> </a:t>
            </a:r>
            <a:r>
              <a:rPr lang="en-US" sz="2500" dirty="0" err="1" smtClean="0">
                <a:latin typeface="Montserrat" pitchFamily="2" charset="0"/>
              </a:rPr>
              <a:t>OAuth</a:t>
            </a:r>
            <a:endParaRPr sz="2500">
              <a:latin typeface="Montserrat" pitchFamily="2" charset="0"/>
            </a:endParaRPr>
          </a:p>
        </p:txBody>
      </p:sp>
      <p:cxnSp>
        <p:nvCxnSpPr>
          <p:cNvPr id="1101" name="Google Shape;1101;g34f2cf59cc5_0_58"/>
          <p:cNvCxnSpPr/>
          <p:nvPr/>
        </p:nvCxnSpPr>
        <p:spPr>
          <a:xfrm>
            <a:off x="1143000" y="1276350"/>
            <a:ext cx="5791200" cy="15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990600" y="1809750"/>
          <a:ext cx="5486399" cy="2070395"/>
        </p:xfrm>
        <a:graphic>
          <a:graphicData uri="http://schemas.openxmlformats.org/drawingml/2006/table">
            <a:tbl>
              <a:tblPr/>
              <a:tblGrid>
                <a:gridCol w="838200"/>
                <a:gridCol w="2514600"/>
                <a:gridCol w="914400"/>
                <a:gridCol w="1219199"/>
              </a:tblGrid>
              <a:tr h="45690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Method</a:t>
                      </a:r>
                      <a:endParaRPr lang="en-IN" dirty="0"/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Best For</a:t>
                      </a:r>
                      <a:endParaRPr lang="en-IN"/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Security</a:t>
                      </a:r>
                      <a:endParaRPr lang="en-IN"/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Ease of Use</a:t>
                      </a:r>
                      <a:endParaRPr lang="en-IN"/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6905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API Key</a:t>
                      </a:r>
                      <a:endParaRPr lang="en-IN"/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Server-to-server</a:t>
                      </a:r>
                      <a:endParaRPr lang="en-IN"/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1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🔴 </a:t>
                      </a: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Low</a:t>
                      </a:r>
                      <a:endParaRPr lang="en-IN"/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1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🟢 </a:t>
                      </a: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Easy</a:t>
                      </a:r>
                      <a:endParaRPr lang="en-IN"/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3399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OAuth 2.0</a:t>
                      </a:r>
                      <a:endParaRPr lang="en-IN"/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Third-party login (Google, Facebook)</a:t>
                      </a:r>
                      <a:endParaRPr lang="en-IN"/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1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🟢 </a:t>
                      </a: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High</a:t>
                      </a:r>
                      <a:endParaRPr lang="en-IN"/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🔴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Complex</a:t>
                      </a:r>
                      <a:endParaRPr lang="en-IN" dirty="0"/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22595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JWT</a:t>
                      </a:r>
                      <a:endParaRPr lang="en-IN"/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Web &amp; mobile apps</a:t>
                      </a:r>
                      <a:endParaRPr lang="en-IN" dirty="0"/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1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🟢 </a:t>
                      </a: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High</a:t>
                      </a:r>
                      <a:endParaRPr lang="en-IN"/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🟢 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Moderate</a:t>
                      </a:r>
                      <a:endParaRPr lang="en-IN" dirty="0"/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638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i-I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Mang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93;g34f2cf59cc5_0_58"/>
          <p:cNvGrpSpPr/>
          <p:nvPr/>
        </p:nvGrpSpPr>
        <p:grpSpPr>
          <a:xfrm>
            <a:off x="4343400" y="209550"/>
            <a:ext cx="2836661" cy="381111"/>
            <a:chOff x="2908600" y="431102"/>
            <a:chExt cx="2836661" cy="381111"/>
          </a:xfrm>
        </p:grpSpPr>
        <p:sp>
          <p:nvSpPr>
            <p:cNvPr id="1094" name="Google Shape;1094;g34f2cf59cc5_0_58"/>
            <p:cNvSpPr/>
            <p:nvPr/>
          </p:nvSpPr>
          <p:spPr>
            <a:xfrm>
              <a:off x="4239825" y="431102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g34f2cf59cc5_0_58"/>
            <p:cNvSpPr/>
            <p:nvPr/>
          </p:nvSpPr>
          <p:spPr>
            <a:xfrm>
              <a:off x="2908600" y="747113"/>
              <a:ext cx="65100" cy="65100"/>
            </a:xfrm>
            <a:prstGeom prst="ellipse">
              <a:avLst/>
            </a:pr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sp>
        <p:nvSpPr>
          <p:cNvPr id="1096" name="Google Shape;1096;g34f2cf59cc5_0_58"/>
          <p:cNvSpPr/>
          <p:nvPr/>
        </p:nvSpPr>
        <p:spPr>
          <a:xfrm>
            <a:off x="0" y="4119300"/>
            <a:ext cx="1924500" cy="103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97" name="Google Shape;1097;g34f2cf59cc5_0_58"/>
          <p:cNvSpPr/>
          <p:nvPr/>
        </p:nvSpPr>
        <p:spPr>
          <a:xfrm>
            <a:off x="0" y="-19050"/>
            <a:ext cx="565800" cy="5174100"/>
          </a:xfrm>
          <a:prstGeom prst="rect">
            <a:avLst/>
          </a:prstGeom>
          <a:solidFill>
            <a:srgbClr val="1A30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098" name="Google Shape;1098;g34f2cf59cc5_0_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1381" y="439200"/>
            <a:ext cx="1333701" cy="36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g34f2cf59cc5_0_58"/>
          <p:cNvSpPr txBox="1">
            <a:spLocks noGrp="1"/>
          </p:cNvSpPr>
          <p:nvPr>
            <p:ph type="title" idx="4294967295"/>
          </p:nvPr>
        </p:nvSpPr>
        <p:spPr>
          <a:xfrm>
            <a:off x="762000" y="666750"/>
            <a:ext cx="548705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buSzPts val="3000"/>
            </a:pPr>
            <a:r>
              <a:rPr lang="en-US" sz="2500" dirty="0" smtClean="0">
                <a:latin typeface="Montserrat" pitchFamily="2" charset="0"/>
              </a:rPr>
              <a:t>4</a:t>
            </a:r>
            <a:r>
              <a:rPr lang="en-US" sz="2500" dirty="0" smtClean="0">
                <a:latin typeface="Montserrat" pitchFamily="2" charset="0"/>
              </a:rPr>
              <a:t>. </a:t>
            </a:r>
            <a:r>
              <a:rPr lang="en-US" sz="2500" dirty="0" smtClean="0">
                <a:latin typeface="Montserrat" pitchFamily="2" charset="0"/>
              </a:rPr>
              <a:t>When to Use Which Method?</a:t>
            </a:r>
            <a:endParaRPr lang="en-US" sz="2500" dirty="0" smtClean="0">
              <a:latin typeface="Montserrat" pitchFamily="2" charset="0"/>
            </a:endParaRPr>
          </a:p>
        </p:txBody>
      </p:sp>
      <p:cxnSp>
        <p:nvCxnSpPr>
          <p:cNvPr id="1101" name="Google Shape;1101;g34f2cf59cc5_0_58"/>
          <p:cNvCxnSpPr/>
          <p:nvPr/>
        </p:nvCxnSpPr>
        <p:spPr>
          <a:xfrm flipV="1">
            <a:off x="1143000" y="1273162"/>
            <a:ext cx="4724400" cy="31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102;g34f2cf59cc5_0_58"/>
          <p:cNvSpPr txBox="1"/>
          <p:nvPr/>
        </p:nvSpPr>
        <p:spPr>
          <a:xfrm>
            <a:off x="761400" y="1348115"/>
            <a:ext cx="83826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800" b="1" dirty="0" smtClean="0">
                <a:latin typeface="Cabin" charset="0"/>
              </a:rPr>
              <a:t>Recommended:</a:t>
            </a:r>
          </a:p>
          <a:p>
            <a:endParaRPr lang="en-US" sz="1800" dirty="0" smtClean="0">
              <a:latin typeface="Cabin" charset="0"/>
            </a:endParaRPr>
          </a:p>
          <a:p>
            <a:pPr fontAlgn="base"/>
            <a:r>
              <a:rPr lang="en-US" sz="1800" dirty="0" smtClean="0">
                <a:latin typeface="Cabin" charset="0"/>
              </a:rPr>
              <a:t>Public APIs </a:t>
            </a:r>
            <a:r>
              <a:rPr lang="en-US" sz="1800" dirty="0" smtClean="0">
                <a:latin typeface="Cabin" charset="0"/>
              </a:rPr>
              <a:t>  → </a:t>
            </a:r>
            <a:r>
              <a:rPr lang="en-US" sz="1800" dirty="0" smtClean="0">
                <a:latin typeface="Cabin" charset="0"/>
              </a:rPr>
              <a:t>API Key or </a:t>
            </a:r>
            <a:r>
              <a:rPr lang="en-US" sz="1800" dirty="0" err="1" smtClean="0">
                <a:latin typeface="Cabin" charset="0"/>
              </a:rPr>
              <a:t>OAuth</a:t>
            </a:r>
            <a:r>
              <a:rPr lang="en-US" sz="1800" dirty="0" smtClean="0">
                <a:latin typeface="Cabin" charset="0"/>
              </a:rPr>
              <a:t> 2.0</a:t>
            </a:r>
          </a:p>
          <a:p>
            <a:pPr fontAlgn="base"/>
            <a:r>
              <a:rPr lang="en-US" sz="1800" dirty="0" smtClean="0">
                <a:latin typeface="Cabin" charset="0"/>
              </a:rPr>
              <a:t>Secure </a:t>
            </a:r>
            <a:r>
              <a:rPr lang="en-US" sz="1800" dirty="0" smtClean="0">
                <a:latin typeface="Cabin" charset="0"/>
              </a:rPr>
              <a:t>APIs  </a:t>
            </a:r>
            <a:r>
              <a:rPr lang="en-US" sz="1800" dirty="0" smtClean="0">
                <a:latin typeface="Cabin" charset="0"/>
              </a:rPr>
              <a:t>→ </a:t>
            </a:r>
            <a:r>
              <a:rPr lang="en-US" sz="1800" dirty="0" err="1" smtClean="0">
                <a:latin typeface="Cabin" charset="0"/>
              </a:rPr>
              <a:t>OAuth</a:t>
            </a:r>
            <a:r>
              <a:rPr lang="en-US" sz="1800" dirty="0" smtClean="0">
                <a:latin typeface="Cabin" charset="0"/>
              </a:rPr>
              <a:t> 2.0 or </a:t>
            </a:r>
            <a:r>
              <a:rPr lang="en-US" sz="1800" dirty="0" smtClean="0">
                <a:latin typeface="Cabin" charset="0"/>
              </a:rPr>
              <a:t>JWT</a:t>
            </a:r>
            <a:endParaRPr lang="en-US" sz="1800" dirty="0" smtClean="0">
              <a:latin typeface="Cabi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5"/>
          <p:cNvSpPr txBox="1">
            <a:spLocks noGrp="1"/>
          </p:cNvSpPr>
          <p:nvPr>
            <p:ph type="ctrTitle"/>
          </p:nvPr>
        </p:nvSpPr>
        <p:spPr>
          <a:xfrm>
            <a:off x="2125800" y="2213825"/>
            <a:ext cx="4892400" cy="12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</a:pPr>
            <a:r>
              <a:rPr lang="en"/>
              <a:t>Thanks</a:t>
            </a:r>
            <a:r>
              <a:rPr lang="en">
                <a:solidFill>
                  <a:schemeClr val="dk2"/>
                </a:solidFill>
              </a:rPr>
              <a:t>!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1191" name="Google Shape;1191;p5"/>
          <p:cNvGrpSpPr/>
          <p:nvPr/>
        </p:nvGrpSpPr>
        <p:grpSpPr>
          <a:xfrm>
            <a:off x="7682392" y="669706"/>
            <a:ext cx="741576" cy="321909"/>
            <a:chOff x="7612992" y="1041181"/>
            <a:chExt cx="741576" cy="321909"/>
          </a:xfrm>
        </p:grpSpPr>
        <p:sp>
          <p:nvSpPr>
            <p:cNvPr id="1192" name="Google Shape;1192;p5"/>
            <p:cNvSpPr/>
            <p:nvPr/>
          </p:nvSpPr>
          <p:spPr>
            <a:xfrm>
              <a:off x="7612992" y="1103471"/>
              <a:ext cx="144335" cy="144335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5"/>
            <p:cNvSpPr/>
            <p:nvPr/>
          </p:nvSpPr>
          <p:spPr>
            <a:xfrm>
              <a:off x="8236209" y="1248802"/>
              <a:ext cx="118359" cy="114288"/>
            </a:xfrm>
            <a:custGeom>
              <a:avLst/>
              <a:gdLst/>
              <a:ahLst/>
              <a:cxnLst/>
              <a:rect l="l" t="t" r="r" b="b"/>
              <a:pathLst>
                <a:path w="4652" h="4492" extrusionOk="0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5"/>
            <p:cNvSpPr/>
            <p:nvPr/>
          </p:nvSpPr>
          <p:spPr>
            <a:xfrm>
              <a:off x="7953176" y="1041181"/>
              <a:ext cx="144335" cy="144361"/>
            </a:xfrm>
            <a:custGeom>
              <a:avLst/>
              <a:gdLst/>
              <a:ahLst/>
              <a:cxnLst/>
              <a:rect l="l" t="t" r="r" b="b"/>
              <a:pathLst>
                <a:path w="5673" h="5674" extrusionOk="0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rgbClr val="FF9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5" name="Google Shape;1195;p5"/>
          <p:cNvGrpSpPr/>
          <p:nvPr/>
        </p:nvGrpSpPr>
        <p:grpSpPr>
          <a:xfrm flipH="1">
            <a:off x="305567" y="4611044"/>
            <a:ext cx="1160803" cy="149474"/>
            <a:chOff x="7406117" y="503619"/>
            <a:chExt cx="1160803" cy="149474"/>
          </a:xfrm>
        </p:grpSpPr>
        <p:sp>
          <p:nvSpPr>
            <p:cNvPr id="1196" name="Google Shape;1196;p5"/>
            <p:cNvSpPr/>
            <p:nvPr/>
          </p:nvSpPr>
          <p:spPr>
            <a:xfrm>
              <a:off x="7406117" y="508758"/>
              <a:ext cx="144335" cy="144335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5"/>
            <p:cNvSpPr/>
            <p:nvPr/>
          </p:nvSpPr>
          <p:spPr>
            <a:xfrm>
              <a:off x="8438909" y="519064"/>
              <a:ext cx="128011" cy="118870"/>
            </a:xfrm>
            <a:custGeom>
              <a:avLst/>
              <a:gdLst/>
              <a:ahLst/>
              <a:cxnLst/>
              <a:rect l="l" t="t" r="r" b="b"/>
              <a:pathLst>
                <a:path w="4652" h="4492" extrusionOk="0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5"/>
            <p:cNvSpPr/>
            <p:nvPr/>
          </p:nvSpPr>
          <p:spPr>
            <a:xfrm>
              <a:off x="7946326" y="503619"/>
              <a:ext cx="144335" cy="144361"/>
            </a:xfrm>
            <a:custGeom>
              <a:avLst/>
              <a:gdLst/>
              <a:ahLst/>
              <a:cxnLst/>
              <a:rect l="l" t="t" r="r" b="b"/>
              <a:pathLst>
                <a:path w="5673" h="5674" extrusionOk="0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rgbClr val="FF9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99" name="Google Shape;119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0775" y="1222243"/>
            <a:ext cx="1644036" cy="4839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utomotive Industry Marketing Plan by Slidesgo">
  <a:themeElements>
    <a:clrScheme name="Simple Light">
      <a:dk1>
        <a:srgbClr val="1C1A1B"/>
      </a:dk1>
      <a:lt1>
        <a:srgbClr val="F2F2F2"/>
      </a:lt1>
      <a:dk2>
        <a:srgbClr val="FFFFFF"/>
      </a:dk2>
      <a:lt2>
        <a:srgbClr val="E3E3E3"/>
      </a:lt2>
      <a:accent1>
        <a:srgbClr val="BCCBCF"/>
      </a:accent1>
      <a:accent2>
        <a:srgbClr val="527394"/>
      </a:accent2>
      <a:accent3>
        <a:srgbClr val="FD984E"/>
      </a:accent3>
      <a:accent4>
        <a:srgbClr val="FF465C"/>
      </a:accent4>
      <a:accent5>
        <a:srgbClr val="FFFFFF"/>
      </a:accent5>
      <a:accent6>
        <a:srgbClr val="FFFFFF"/>
      </a:accent6>
      <a:hlink>
        <a:srgbClr val="1C1A1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inancial Consulting Toolkit by Slidesgo">
  <a:themeElements>
    <a:clrScheme name="Simple Light">
      <a:dk1>
        <a:srgbClr val="11318A"/>
      </a:dk1>
      <a:lt1>
        <a:srgbClr val="FFFFFF"/>
      </a:lt1>
      <a:dk2>
        <a:srgbClr val="0087F8"/>
      </a:dk2>
      <a:lt2>
        <a:srgbClr val="80DAFB"/>
      </a:lt2>
      <a:accent1>
        <a:srgbClr val="C3EDFD"/>
      </a:accent1>
      <a:accent2>
        <a:srgbClr val="BC4C6B"/>
      </a:accent2>
      <a:accent3>
        <a:srgbClr val="FF9FB7"/>
      </a:accent3>
      <a:accent4>
        <a:srgbClr val="E57791"/>
      </a:accent4>
      <a:accent5>
        <a:srgbClr val="FFFFFF"/>
      </a:accent5>
      <a:accent6>
        <a:srgbClr val="FFFFFF"/>
      </a:accent6>
      <a:hlink>
        <a:srgbClr val="11318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527</Words>
  <PresentationFormat>On-screen Show (16:9)</PresentationFormat>
  <Paragraphs>121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Arial</vt:lpstr>
      <vt:lpstr>Mangal</vt:lpstr>
      <vt:lpstr>Montserrat</vt:lpstr>
      <vt:lpstr>Calibri</vt:lpstr>
      <vt:lpstr>Cabin</vt:lpstr>
      <vt:lpstr>Assistant</vt:lpstr>
      <vt:lpstr>Montserrat ExtraBold</vt:lpstr>
      <vt:lpstr>Nunito Light</vt:lpstr>
      <vt:lpstr>Lato</vt:lpstr>
      <vt:lpstr>Open Sans</vt:lpstr>
      <vt:lpstr>Automotive Industry Marketing Plan by Slidesgo</vt:lpstr>
      <vt:lpstr>Financial Consulting Toolkit by Slidesgo</vt:lpstr>
      <vt:lpstr>Foundations of API Authentication and Authorization</vt:lpstr>
      <vt:lpstr>Topics :  </vt:lpstr>
      <vt:lpstr>1. What is Authentication and Authorization?</vt:lpstr>
      <vt:lpstr>1. What is Authentication and Authorization?</vt:lpstr>
      <vt:lpstr>1. What is Authentication and Authorization?</vt:lpstr>
      <vt:lpstr>2. Types of Authentication Methods</vt:lpstr>
      <vt:lpstr>2. Types of Authentication Methods</vt:lpstr>
      <vt:lpstr>2. Types of Authentication Methods</vt:lpstr>
      <vt:lpstr>2. Types of Authentication Methods</vt:lpstr>
      <vt:lpstr>2. Types of Authentication Methods</vt:lpstr>
      <vt:lpstr>2. Types of Authentication Methods</vt:lpstr>
      <vt:lpstr>2. Types of Authentication Methods</vt:lpstr>
      <vt:lpstr>2. Types of Authentication Methods</vt:lpstr>
      <vt:lpstr>2. Types of Authentication Methods</vt:lpstr>
      <vt:lpstr>3. Comparing API Key vs JWT vs OAuth</vt:lpstr>
      <vt:lpstr>4. When to Use Which Method?</vt:lpstr>
      <vt:lpstr>Thanks!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World Examples of  APIs</dc:title>
  <cp:lastModifiedBy>ASUS VIVOBOOK 14</cp:lastModifiedBy>
  <cp:revision>27</cp:revision>
  <dcterms:modified xsi:type="dcterms:W3CDTF">2025-05-05T14:20:19Z</dcterms:modified>
</cp:coreProperties>
</file>